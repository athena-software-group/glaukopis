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61"/>
  </p:notesMasterIdLst>
  <p:handoutMasterIdLst>
    <p:handoutMasterId r:id="rId62"/>
  </p:handoutMasterIdLst>
  <p:sldIdLst>
    <p:sldId id="256" r:id="rId2"/>
    <p:sldId id="513" r:id="rId3"/>
    <p:sldId id="512" r:id="rId4"/>
    <p:sldId id="288" r:id="rId5"/>
    <p:sldId id="286" r:id="rId6"/>
    <p:sldId id="514" r:id="rId7"/>
    <p:sldId id="259" r:id="rId8"/>
    <p:sldId id="260" r:id="rId9"/>
    <p:sldId id="515" r:id="rId10"/>
    <p:sldId id="287" r:id="rId11"/>
    <p:sldId id="303" r:id="rId12"/>
    <p:sldId id="278" r:id="rId13"/>
    <p:sldId id="291" r:id="rId14"/>
    <p:sldId id="509" r:id="rId15"/>
    <p:sldId id="305" r:id="rId16"/>
    <p:sldId id="517" r:id="rId17"/>
    <p:sldId id="518" r:id="rId18"/>
    <p:sldId id="516" r:id="rId19"/>
    <p:sldId id="310" r:id="rId20"/>
    <p:sldId id="308" r:id="rId21"/>
    <p:sldId id="289" r:id="rId22"/>
    <p:sldId id="290" r:id="rId23"/>
    <p:sldId id="507" r:id="rId24"/>
    <p:sldId id="511" r:id="rId25"/>
    <p:sldId id="265" r:id="rId26"/>
    <p:sldId id="273" r:id="rId27"/>
    <p:sldId id="318" r:id="rId28"/>
    <p:sldId id="316" r:id="rId29"/>
    <p:sldId id="502" r:id="rId30"/>
    <p:sldId id="292" r:id="rId31"/>
    <p:sldId id="503" r:id="rId32"/>
    <p:sldId id="309" r:id="rId33"/>
    <p:sldId id="311" r:id="rId34"/>
    <p:sldId id="293" r:id="rId35"/>
    <p:sldId id="294" r:id="rId36"/>
    <p:sldId id="504" r:id="rId37"/>
    <p:sldId id="505" r:id="rId38"/>
    <p:sldId id="521" r:id="rId39"/>
    <p:sldId id="506" r:id="rId40"/>
    <p:sldId id="508" r:id="rId41"/>
    <p:sldId id="524" r:id="rId42"/>
    <p:sldId id="523" r:id="rId43"/>
    <p:sldId id="510" r:id="rId44"/>
    <p:sldId id="257" r:id="rId45"/>
    <p:sldId id="320" r:id="rId46"/>
    <p:sldId id="321" r:id="rId47"/>
    <p:sldId id="298" r:id="rId48"/>
    <p:sldId id="299" r:id="rId49"/>
    <p:sldId id="300" r:id="rId50"/>
    <p:sldId id="317" r:id="rId51"/>
    <p:sldId id="304" r:id="rId52"/>
    <p:sldId id="522" r:id="rId53"/>
    <p:sldId id="306" r:id="rId54"/>
    <p:sldId id="269" r:id="rId55"/>
    <p:sldId id="525" r:id="rId56"/>
    <p:sldId id="314" r:id="rId57"/>
    <p:sldId id="315" r:id="rId58"/>
    <p:sldId id="520" r:id="rId59"/>
    <p:sldId id="297"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4C09936-B9DD-1741-BD59-CD77E0F6213E}">
          <p14:sldIdLst>
            <p14:sldId id="256"/>
            <p14:sldId id="513"/>
          </p14:sldIdLst>
        </p14:section>
        <p14:section name="Athena Software Group" id="{0E80E4D0-DE5A-924C-A3D6-1854C7E0EC74}">
          <p14:sldIdLst>
            <p14:sldId id="512"/>
            <p14:sldId id="288"/>
            <p14:sldId id="286"/>
            <p14:sldId id="514"/>
            <p14:sldId id="259"/>
            <p14:sldId id="260"/>
            <p14:sldId id="515"/>
            <p14:sldId id="287"/>
            <p14:sldId id="303"/>
            <p14:sldId id="278"/>
            <p14:sldId id="291"/>
          </p14:sldIdLst>
        </p14:section>
        <p14:section name="Cyber LLMs" id="{E2E6D070-9375-A344-996D-F7FB799DF8A4}">
          <p14:sldIdLst>
            <p14:sldId id="509"/>
            <p14:sldId id="305"/>
            <p14:sldId id="517"/>
            <p14:sldId id="518"/>
            <p14:sldId id="516"/>
            <p14:sldId id="310"/>
            <p14:sldId id="308"/>
            <p14:sldId id="289"/>
            <p14:sldId id="290"/>
            <p14:sldId id="507"/>
          </p14:sldIdLst>
        </p14:section>
        <p14:section name="LLM Training Optimization" id="{579EB8C2-7871-EA44-8255-F63C1A04616B}">
          <p14:sldIdLst>
            <p14:sldId id="511"/>
            <p14:sldId id="265"/>
            <p14:sldId id="273"/>
            <p14:sldId id="318"/>
            <p14:sldId id="316"/>
            <p14:sldId id="502"/>
            <p14:sldId id="292"/>
            <p14:sldId id="503"/>
            <p14:sldId id="309"/>
            <p14:sldId id="311"/>
            <p14:sldId id="293"/>
            <p14:sldId id="294"/>
          </p14:sldIdLst>
        </p14:section>
        <p14:section name="Flashpoint Threat Intel Integration" id="{8E156F51-1023-174A-80A2-68F87BF27A11}">
          <p14:sldIdLst>
            <p14:sldId id="504"/>
            <p14:sldId id="505"/>
            <p14:sldId id="521"/>
            <p14:sldId id="506"/>
            <p14:sldId id="508"/>
            <p14:sldId id="524"/>
            <p14:sldId id="523"/>
          </p14:sldIdLst>
        </p14:section>
        <p14:section name="Product development LifeCycle" id="{64A7240C-4846-1542-A48D-2ABAD5A888B8}">
          <p14:sldIdLst>
            <p14:sldId id="510"/>
            <p14:sldId id="257"/>
            <p14:sldId id="320"/>
            <p14:sldId id="321"/>
            <p14:sldId id="298"/>
            <p14:sldId id="299"/>
            <p14:sldId id="300"/>
            <p14:sldId id="317"/>
            <p14:sldId id="304"/>
            <p14:sldId id="522"/>
            <p14:sldId id="306"/>
            <p14:sldId id="269"/>
            <p14:sldId id="525"/>
            <p14:sldId id="314"/>
            <p14:sldId id="315"/>
          </p14:sldIdLst>
        </p14:section>
        <p14:section name="Summary" id="{420E750F-CE44-B842-81C7-69DE9F0F5EEB}">
          <p14:sldIdLst>
            <p14:sldId id="520"/>
            <p14:sldId id="2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38F448-CAE8-A94A-A213-0B539D94DE93}" v="20" dt="2025-04-29T13:47:13.2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Worth" userId="36bd9be7-63e8-49ff-9300-4baccca301a5" providerId="ADAL" clId="{0638F448-CAE8-A94A-A213-0B539D94DE93}"/>
    <pc:docChg chg="undo custSel modSld modMainMaster">
      <pc:chgData name="Peter Worth" userId="36bd9be7-63e8-49ff-9300-4baccca301a5" providerId="ADAL" clId="{0638F448-CAE8-A94A-A213-0B539D94DE93}" dt="2025-04-29T13:41:50.135" v="32"/>
      <pc:docMkLst>
        <pc:docMk/>
      </pc:docMkLst>
      <pc:sldChg chg="addSp delSp modSp mod delDesignElem">
        <pc:chgData name="Peter Worth" userId="36bd9be7-63e8-49ff-9300-4baccca301a5" providerId="ADAL" clId="{0638F448-CAE8-A94A-A213-0B539D94DE93}" dt="2025-04-29T13:41:50.135" v="32"/>
        <pc:sldMkLst>
          <pc:docMk/>
          <pc:sldMk cId="2947202080" sldId="256"/>
        </pc:sldMkLst>
        <pc:spChg chg="mod">
          <ac:chgData name="Peter Worth" userId="36bd9be7-63e8-49ff-9300-4baccca301a5" providerId="ADAL" clId="{0638F448-CAE8-A94A-A213-0B539D94DE93}" dt="2025-04-29T13:41:35.639" v="22"/>
          <ac:spMkLst>
            <pc:docMk/>
            <pc:sldMk cId="2947202080" sldId="256"/>
            <ac:spMk id="2" creationId="{4EF3BC5C-3B03-FB0A-4D57-59B23F3427A3}"/>
          </ac:spMkLst>
        </pc:spChg>
        <pc:spChg chg="add del">
          <ac:chgData name="Peter Worth" userId="36bd9be7-63e8-49ff-9300-4baccca301a5" providerId="ADAL" clId="{0638F448-CAE8-A94A-A213-0B539D94DE93}" dt="2025-04-29T13:41:50.135" v="32"/>
          <ac:spMkLst>
            <pc:docMk/>
            <pc:sldMk cId="2947202080" sldId="256"/>
            <ac:spMk id="2090" creationId="{B70F7E59-C971-4F55-8E3A-1E583B65FCB9}"/>
          </ac:spMkLst>
        </pc:spChg>
        <pc:spChg chg="add del">
          <ac:chgData name="Peter Worth" userId="36bd9be7-63e8-49ff-9300-4baccca301a5" providerId="ADAL" clId="{0638F448-CAE8-A94A-A213-0B539D94DE93}" dt="2025-04-29T13:41:50.135" v="32"/>
          <ac:spMkLst>
            <pc:docMk/>
            <pc:sldMk cId="2947202080" sldId="256"/>
            <ac:spMk id="2091" creationId="{2668F1A4-6DBB-4F0B-A679-6EE5483638F8}"/>
          </ac:spMkLst>
        </pc:spChg>
        <pc:spChg chg="add del">
          <ac:chgData name="Peter Worth" userId="36bd9be7-63e8-49ff-9300-4baccca301a5" providerId="ADAL" clId="{0638F448-CAE8-A94A-A213-0B539D94DE93}" dt="2025-04-29T13:41:50.135" v="32"/>
          <ac:spMkLst>
            <pc:docMk/>
            <pc:sldMk cId="2947202080" sldId="256"/>
            <ac:spMk id="2092" creationId="{B8DBF1C0-B8F1-4AAC-8704-256BA0E9D63B}"/>
          </ac:spMkLst>
        </pc:spChg>
      </pc:sldChg>
      <pc:sldChg chg="addSp modSp">
        <pc:chgData name="Peter Worth" userId="36bd9be7-63e8-49ff-9300-4baccca301a5" providerId="ADAL" clId="{0638F448-CAE8-A94A-A213-0B539D94DE93}" dt="2025-04-29T13:41:50.135" v="32"/>
        <pc:sldMkLst>
          <pc:docMk/>
          <pc:sldMk cId="0" sldId="259"/>
        </pc:sldMkLst>
        <pc:spChg chg="add mod">
          <ac:chgData name="Peter Worth" userId="36bd9be7-63e8-49ff-9300-4baccca301a5" providerId="ADAL" clId="{0638F448-CAE8-A94A-A213-0B539D94DE93}" dt="2025-04-29T13:33:27.698" v="0"/>
          <ac:spMkLst>
            <pc:docMk/>
            <pc:sldMk cId="0" sldId="259"/>
            <ac:spMk id="2" creationId="{2B6BBECF-9052-085E-4A7D-65A107C5BE5C}"/>
          </ac:spMkLst>
        </pc:spChg>
        <pc:spChg chg="add mod">
          <ac:chgData name="Peter Worth" userId="36bd9be7-63e8-49ff-9300-4baccca301a5" providerId="ADAL" clId="{0638F448-CAE8-A94A-A213-0B539D94DE93}" dt="2025-04-29T13:34:34.645" v="1"/>
          <ac:spMkLst>
            <pc:docMk/>
            <pc:sldMk cId="0" sldId="259"/>
            <ac:spMk id="3" creationId="{13AF4943-0343-84E1-C647-A32B4ED84613}"/>
          </ac:spMkLst>
        </pc:spChg>
        <pc:spChg chg="add mod">
          <ac:chgData name="Peter Worth" userId="36bd9be7-63e8-49ff-9300-4baccca301a5" providerId="ADAL" clId="{0638F448-CAE8-A94A-A213-0B539D94DE93}" dt="2025-04-29T13:35:40.241" v="2"/>
          <ac:spMkLst>
            <pc:docMk/>
            <pc:sldMk cId="0" sldId="259"/>
            <ac:spMk id="4" creationId="{FB878ECF-F489-9C2C-77D0-8FA582AFA169}"/>
          </ac:spMkLst>
        </pc:spChg>
        <pc:spChg chg="add mod">
          <ac:chgData name="Peter Worth" userId="36bd9be7-63e8-49ff-9300-4baccca301a5" providerId="ADAL" clId="{0638F448-CAE8-A94A-A213-0B539D94DE93}" dt="2025-04-29T13:41:50.135" v="32"/>
          <ac:spMkLst>
            <pc:docMk/>
            <pc:sldMk cId="0" sldId="259"/>
            <ac:spMk id="5" creationId="{EAAAD8F6-B122-B7EC-0C33-964FE8197182}"/>
          </ac:spMkLst>
        </pc:spChg>
        <pc:spChg chg="mod">
          <ac:chgData name="Peter Worth" userId="36bd9be7-63e8-49ff-9300-4baccca301a5" providerId="ADAL" clId="{0638F448-CAE8-A94A-A213-0B539D94DE93}" dt="2025-04-29T13:41:50.135" v="32"/>
          <ac:spMkLst>
            <pc:docMk/>
            <pc:sldMk cId="0" sldId="259"/>
            <ac:spMk id="91" creationId="{00000000-0000-0000-0000-000000000000}"/>
          </ac:spMkLst>
        </pc:spChg>
      </pc:sldChg>
      <pc:sldChg chg="addSp modSp">
        <pc:chgData name="Peter Worth" userId="36bd9be7-63e8-49ff-9300-4baccca301a5" providerId="ADAL" clId="{0638F448-CAE8-A94A-A213-0B539D94DE93}" dt="2025-04-29T13:41:50.135" v="32"/>
        <pc:sldMkLst>
          <pc:docMk/>
          <pc:sldMk cId="0" sldId="260"/>
        </pc:sldMkLst>
        <pc:spChg chg="add mod">
          <ac:chgData name="Peter Worth" userId="36bd9be7-63e8-49ff-9300-4baccca301a5" providerId="ADAL" clId="{0638F448-CAE8-A94A-A213-0B539D94DE93}" dt="2025-04-29T13:33:27.698" v="0"/>
          <ac:spMkLst>
            <pc:docMk/>
            <pc:sldMk cId="0" sldId="260"/>
            <ac:spMk id="2" creationId="{B3C27299-5064-520B-0404-A3A5C4FFD580}"/>
          </ac:spMkLst>
        </pc:spChg>
        <pc:spChg chg="add mod">
          <ac:chgData name="Peter Worth" userId="36bd9be7-63e8-49ff-9300-4baccca301a5" providerId="ADAL" clId="{0638F448-CAE8-A94A-A213-0B539D94DE93}" dt="2025-04-29T13:34:34.645" v="1"/>
          <ac:spMkLst>
            <pc:docMk/>
            <pc:sldMk cId="0" sldId="260"/>
            <ac:spMk id="3" creationId="{3D89A7C8-C0DF-4E48-B59D-0B3D7C2279DB}"/>
          </ac:spMkLst>
        </pc:spChg>
        <pc:spChg chg="add mod">
          <ac:chgData name="Peter Worth" userId="36bd9be7-63e8-49ff-9300-4baccca301a5" providerId="ADAL" clId="{0638F448-CAE8-A94A-A213-0B539D94DE93}" dt="2025-04-29T13:35:40.241" v="2"/>
          <ac:spMkLst>
            <pc:docMk/>
            <pc:sldMk cId="0" sldId="260"/>
            <ac:spMk id="4" creationId="{A242629F-B901-3CDD-4CD1-388C1E864266}"/>
          </ac:spMkLst>
        </pc:spChg>
        <pc:spChg chg="add mod">
          <ac:chgData name="Peter Worth" userId="36bd9be7-63e8-49ff-9300-4baccca301a5" providerId="ADAL" clId="{0638F448-CAE8-A94A-A213-0B539D94DE93}" dt="2025-04-29T13:41:50.135" v="32"/>
          <ac:spMkLst>
            <pc:docMk/>
            <pc:sldMk cId="0" sldId="260"/>
            <ac:spMk id="5" creationId="{50A0F534-3141-B645-2EE4-11EA3521487D}"/>
          </ac:spMkLst>
        </pc:spChg>
        <pc:spChg chg="mod">
          <ac:chgData name="Peter Worth" userId="36bd9be7-63e8-49ff-9300-4baccca301a5" providerId="ADAL" clId="{0638F448-CAE8-A94A-A213-0B539D94DE93}" dt="2025-04-29T13:41:50.135" v="32"/>
          <ac:spMkLst>
            <pc:docMk/>
            <pc:sldMk cId="0" sldId="260"/>
            <ac:spMk id="101" creationId="{00000000-0000-0000-0000-000000000000}"/>
          </ac:spMkLst>
        </pc:spChg>
      </pc:sldChg>
      <pc:sldChg chg="addSp delSp modSp delDesignElem">
        <pc:chgData name="Peter Worth" userId="36bd9be7-63e8-49ff-9300-4baccca301a5" providerId="ADAL" clId="{0638F448-CAE8-A94A-A213-0B539D94DE93}" dt="2025-04-29T13:41:50.135" v="32"/>
        <pc:sldMkLst>
          <pc:docMk/>
          <pc:sldMk cId="2394679148" sldId="265"/>
        </pc:sldMkLst>
        <pc:spChg chg="add mod">
          <ac:chgData name="Peter Worth" userId="36bd9be7-63e8-49ff-9300-4baccca301a5" providerId="ADAL" clId="{0638F448-CAE8-A94A-A213-0B539D94DE93}" dt="2025-04-29T13:33:27.698" v="0"/>
          <ac:spMkLst>
            <pc:docMk/>
            <pc:sldMk cId="2394679148" sldId="265"/>
            <ac:spMk id="5" creationId="{12E7FC90-7A1A-87E1-51E3-57104FCDDF54}"/>
          </ac:spMkLst>
        </pc:spChg>
        <pc:spChg chg="add mod">
          <ac:chgData name="Peter Worth" userId="36bd9be7-63e8-49ff-9300-4baccca301a5" providerId="ADAL" clId="{0638F448-CAE8-A94A-A213-0B539D94DE93}" dt="2025-04-29T13:34:34.645" v="1"/>
          <ac:spMkLst>
            <pc:docMk/>
            <pc:sldMk cId="2394679148" sldId="265"/>
            <ac:spMk id="6" creationId="{44060844-DE93-FBA4-3712-F4A41C6865BC}"/>
          </ac:spMkLst>
        </pc:spChg>
        <pc:spChg chg="add mod">
          <ac:chgData name="Peter Worth" userId="36bd9be7-63e8-49ff-9300-4baccca301a5" providerId="ADAL" clId="{0638F448-CAE8-A94A-A213-0B539D94DE93}" dt="2025-04-29T13:35:40.241" v="2"/>
          <ac:spMkLst>
            <pc:docMk/>
            <pc:sldMk cId="2394679148" sldId="265"/>
            <ac:spMk id="7" creationId="{E3EB4BB7-2AE4-827C-56CC-DF696F3AA489}"/>
          </ac:spMkLst>
        </pc:spChg>
        <pc:spChg chg="add mod">
          <ac:chgData name="Peter Worth" userId="36bd9be7-63e8-49ff-9300-4baccca301a5" providerId="ADAL" clId="{0638F448-CAE8-A94A-A213-0B539D94DE93}" dt="2025-04-29T13:41:50.135" v="32"/>
          <ac:spMkLst>
            <pc:docMk/>
            <pc:sldMk cId="2394679148" sldId="265"/>
            <ac:spMk id="8" creationId="{6BD090A0-28AF-4E99-8F7A-A505B5CA3117}"/>
          </ac:spMkLst>
        </pc:spChg>
        <pc:spChg chg="add del">
          <ac:chgData name="Peter Worth" userId="36bd9be7-63e8-49ff-9300-4baccca301a5" providerId="ADAL" clId="{0638F448-CAE8-A94A-A213-0B539D94DE93}" dt="2025-04-29T13:41:50.135" v="32"/>
          <ac:spMkLst>
            <pc:docMk/>
            <pc:sldMk cId="2394679148" sldId="265"/>
            <ac:spMk id="9" creationId="{643780CE-2BE5-46F6-97B2-60DF30217ED3}"/>
          </ac:spMkLst>
        </pc:spChg>
        <pc:spChg chg="add del">
          <ac:chgData name="Peter Worth" userId="36bd9be7-63e8-49ff-9300-4baccca301a5" providerId="ADAL" clId="{0638F448-CAE8-A94A-A213-0B539D94DE93}" dt="2025-04-29T13:41:50.135" v="32"/>
          <ac:spMkLst>
            <pc:docMk/>
            <pc:sldMk cId="2394679148" sldId="265"/>
            <ac:spMk id="11" creationId="{61A87A49-68E6-459E-A5A6-46229FF42125}"/>
          </ac:spMkLst>
        </pc:spChg>
        <pc:spChg chg="add del">
          <ac:chgData name="Peter Worth" userId="36bd9be7-63e8-49ff-9300-4baccca301a5" providerId="ADAL" clId="{0638F448-CAE8-A94A-A213-0B539D94DE93}" dt="2025-04-29T13:41:50.135" v="32"/>
          <ac:spMkLst>
            <pc:docMk/>
            <pc:sldMk cId="2394679148" sldId="265"/>
            <ac:spMk id="13" creationId="{F6ACD5FC-CAFE-48EB-B765-60EED2E052F0}"/>
          </ac:spMkLst>
        </pc:spChg>
        <pc:spChg chg="add del">
          <ac:chgData name="Peter Worth" userId="36bd9be7-63e8-49ff-9300-4baccca301a5" providerId="ADAL" clId="{0638F448-CAE8-A94A-A213-0B539D94DE93}" dt="2025-04-29T13:41:50.135" v="32"/>
          <ac:spMkLst>
            <pc:docMk/>
            <pc:sldMk cId="2394679148" sldId="265"/>
            <ac:spMk id="15" creationId="{9F33B405-D785-4738-B1C0-6A0AA5E98286}"/>
          </ac:spMkLst>
        </pc:spChg>
        <pc:spChg chg="add del">
          <ac:chgData name="Peter Worth" userId="36bd9be7-63e8-49ff-9300-4baccca301a5" providerId="ADAL" clId="{0638F448-CAE8-A94A-A213-0B539D94DE93}" dt="2025-04-29T13:41:50.135" v="32"/>
          <ac:spMkLst>
            <pc:docMk/>
            <pc:sldMk cId="2394679148" sldId="265"/>
            <ac:spMk id="17" creationId="{4233DC0E-DE6C-4FB6-A529-51B162641AB8}"/>
          </ac:spMkLst>
        </pc:spChg>
        <pc:spChg chg="add del">
          <ac:chgData name="Peter Worth" userId="36bd9be7-63e8-49ff-9300-4baccca301a5" providerId="ADAL" clId="{0638F448-CAE8-A94A-A213-0B539D94DE93}" dt="2025-04-29T13:41:50.135" v="32"/>
          <ac:spMkLst>
            <pc:docMk/>
            <pc:sldMk cId="2394679148" sldId="265"/>
            <ac:spMk id="19" creationId="{3870477F-E451-4BC3-863F-0E2FC572884B}"/>
          </ac:spMkLst>
        </pc:spChg>
        <pc:spChg chg="add del">
          <ac:chgData name="Peter Worth" userId="36bd9be7-63e8-49ff-9300-4baccca301a5" providerId="ADAL" clId="{0638F448-CAE8-A94A-A213-0B539D94DE93}" dt="2025-04-29T13:41:50.135" v="32"/>
          <ac:spMkLst>
            <pc:docMk/>
            <pc:sldMk cId="2394679148" sldId="265"/>
            <ac:spMk id="21" creationId="{B4A81DE1-E2BC-4A31-99EE-71350421B0EA}"/>
          </ac:spMkLst>
        </pc:spChg>
      </pc:sldChg>
      <pc:sldChg chg="addSp delSp modSp delDesignElem">
        <pc:chgData name="Peter Worth" userId="36bd9be7-63e8-49ff-9300-4baccca301a5" providerId="ADAL" clId="{0638F448-CAE8-A94A-A213-0B539D94DE93}" dt="2025-04-29T13:41:50.135" v="32"/>
        <pc:sldMkLst>
          <pc:docMk/>
          <pc:sldMk cId="1259877384" sldId="273"/>
        </pc:sldMkLst>
        <pc:spChg chg="add mod">
          <ac:chgData name="Peter Worth" userId="36bd9be7-63e8-49ff-9300-4baccca301a5" providerId="ADAL" clId="{0638F448-CAE8-A94A-A213-0B539D94DE93}" dt="2025-04-29T13:33:27.698" v="0"/>
          <ac:spMkLst>
            <pc:docMk/>
            <pc:sldMk cId="1259877384" sldId="273"/>
            <ac:spMk id="2" creationId="{43145BC5-8F47-D24D-5481-4A0C72A36A19}"/>
          </ac:spMkLst>
        </pc:spChg>
        <pc:spChg chg="add mod">
          <ac:chgData name="Peter Worth" userId="36bd9be7-63e8-49ff-9300-4baccca301a5" providerId="ADAL" clId="{0638F448-CAE8-A94A-A213-0B539D94DE93}" dt="2025-04-29T13:34:34.645" v="1"/>
          <ac:spMkLst>
            <pc:docMk/>
            <pc:sldMk cId="1259877384" sldId="273"/>
            <ac:spMk id="3" creationId="{9F00B939-03FA-1041-1B1D-4377A839C5D9}"/>
          </ac:spMkLst>
        </pc:spChg>
        <pc:spChg chg="mod">
          <ac:chgData name="Peter Worth" userId="36bd9be7-63e8-49ff-9300-4baccca301a5" providerId="ADAL" clId="{0638F448-CAE8-A94A-A213-0B539D94DE93}" dt="2025-04-29T13:41:50.135" v="32"/>
          <ac:spMkLst>
            <pc:docMk/>
            <pc:sldMk cId="1259877384" sldId="273"/>
            <ac:spMk id="4" creationId="{98E92A7E-9B05-489A-93D0-CF2A09157EBD}"/>
          </ac:spMkLst>
        </pc:spChg>
        <pc:spChg chg="add mod">
          <ac:chgData name="Peter Worth" userId="36bd9be7-63e8-49ff-9300-4baccca301a5" providerId="ADAL" clId="{0638F448-CAE8-A94A-A213-0B539D94DE93}" dt="2025-04-29T13:35:40.241" v="2"/>
          <ac:spMkLst>
            <pc:docMk/>
            <pc:sldMk cId="1259877384" sldId="273"/>
            <ac:spMk id="5" creationId="{203106A8-80BB-7BFF-12BF-6BD8D1E478C5}"/>
          </ac:spMkLst>
        </pc:spChg>
        <pc:spChg chg="add mod">
          <ac:chgData name="Peter Worth" userId="36bd9be7-63e8-49ff-9300-4baccca301a5" providerId="ADAL" clId="{0638F448-CAE8-A94A-A213-0B539D94DE93}" dt="2025-04-29T13:41:50.135" v="32"/>
          <ac:spMkLst>
            <pc:docMk/>
            <pc:sldMk cId="1259877384" sldId="273"/>
            <ac:spMk id="6" creationId="{8593236E-9FCD-F561-9FB4-B2C2B9169472}"/>
          </ac:spMkLst>
        </pc:spChg>
        <pc:spChg chg="mod">
          <ac:chgData name="Peter Worth" userId="36bd9be7-63e8-49ff-9300-4baccca301a5" providerId="ADAL" clId="{0638F448-CAE8-A94A-A213-0B539D94DE93}" dt="2025-04-29T13:41:50.135" v="32"/>
          <ac:spMkLst>
            <pc:docMk/>
            <pc:sldMk cId="1259877384" sldId="273"/>
            <ac:spMk id="10" creationId="{0398CEBE-DC41-44C6-84AC-24EE9917E08B}"/>
          </ac:spMkLst>
        </pc:spChg>
        <pc:spChg chg="add del">
          <ac:chgData name="Peter Worth" userId="36bd9be7-63e8-49ff-9300-4baccca301a5" providerId="ADAL" clId="{0638F448-CAE8-A94A-A213-0B539D94DE93}" dt="2025-04-29T13:41:50.135" v="32"/>
          <ac:spMkLst>
            <pc:docMk/>
            <pc:sldMk cId="1259877384" sldId="273"/>
            <ac:spMk id="26" creationId="{20E145FF-1D18-4246-A2BA-9F6B4D53364C}"/>
          </ac:spMkLst>
        </pc:spChg>
        <pc:spChg chg="add del">
          <ac:chgData name="Peter Worth" userId="36bd9be7-63e8-49ff-9300-4baccca301a5" providerId="ADAL" clId="{0638F448-CAE8-A94A-A213-0B539D94DE93}" dt="2025-04-29T13:41:50.135" v="32"/>
          <ac:spMkLst>
            <pc:docMk/>
            <pc:sldMk cId="1259877384" sldId="273"/>
            <ac:spMk id="28" creationId="{324E43EB-867C-4B35-9A5C-E435157C7297}"/>
          </ac:spMkLst>
        </pc:spChg>
        <pc:spChg chg="add del">
          <ac:chgData name="Peter Worth" userId="36bd9be7-63e8-49ff-9300-4baccca301a5" providerId="ADAL" clId="{0638F448-CAE8-A94A-A213-0B539D94DE93}" dt="2025-04-29T13:41:50.135" v="32"/>
          <ac:spMkLst>
            <pc:docMk/>
            <pc:sldMk cId="1259877384" sldId="273"/>
            <ac:spMk id="30" creationId="{A7C0F5DA-B59F-4F13-8BB8-FFD8F2C572BC}"/>
          </ac:spMkLst>
        </pc:spChg>
        <pc:spChg chg="add del">
          <ac:chgData name="Peter Worth" userId="36bd9be7-63e8-49ff-9300-4baccca301a5" providerId="ADAL" clId="{0638F448-CAE8-A94A-A213-0B539D94DE93}" dt="2025-04-29T13:41:50.135" v="32"/>
          <ac:spMkLst>
            <pc:docMk/>
            <pc:sldMk cId="1259877384" sldId="273"/>
            <ac:spMk id="32" creationId="{9CEA1DEC-CC9E-4776-9E08-048A15BFA6CA}"/>
          </ac:spMkLst>
        </pc:spChg>
        <pc:spChg chg="add del">
          <ac:chgData name="Peter Worth" userId="36bd9be7-63e8-49ff-9300-4baccca301a5" providerId="ADAL" clId="{0638F448-CAE8-A94A-A213-0B539D94DE93}" dt="2025-04-29T13:41:50.135" v="32"/>
          <ac:spMkLst>
            <pc:docMk/>
            <pc:sldMk cId="1259877384" sldId="273"/>
            <ac:spMk id="34" creationId="{9CE399CF-F4B8-4832-A8CB-B93F6B1EF44B}"/>
          </ac:spMkLst>
        </pc:spChg>
        <pc:spChg chg="add del">
          <ac:chgData name="Peter Worth" userId="36bd9be7-63e8-49ff-9300-4baccca301a5" providerId="ADAL" clId="{0638F448-CAE8-A94A-A213-0B539D94DE93}" dt="2025-04-29T13:41:50.135" v="32"/>
          <ac:spMkLst>
            <pc:docMk/>
            <pc:sldMk cId="1259877384" sldId="273"/>
            <ac:spMk id="36" creationId="{1F23E73A-FDC8-462C-83C1-3AA8961449CF}"/>
          </ac:spMkLst>
        </pc:spChg>
        <pc:grpChg chg="add del">
          <ac:chgData name="Peter Worth" userId="36bd9be7-63e8-49ff-9300-4baccca301a5" providerId="ADAL" clId="{0638F448-CAE8-A94A-A213-0B539D94DE93}" dt="2025-04-29T13:41:50.135" v="32"/>
          <ac:grpSpMkLst>
            <pc:docMk/>
            <pc:sldMk cId="1259877384" sldId="273"/>
            <ac:grpSpMk id="15" creationId="{7084313B-C03D-4981-9786-879159A60395}"/>
          </ac:grpSpMkLst>
        </pc:grpChg>
      </pc:sldChg>
      <pc:sldChg chg="addSp modSp">
        <pc:chgData name="Peter Worth" userId="36bd9be7-63e8-49ff-9300-4baccca301a5" providerId="ADAL" clId="{0638F448-CAE8-A94A-A213-0B539D94DE93}" dt="2025-04-29T13:41:50.135" v="32"/>
        <pc:sldMkLst>
          <pc:docMk/>
          <pc:sldMk cId="1230361773" sldId="278"/>
        </pc:sldMkLst>
        <pc:spChg chg="add mod">
          <ac:chgData name="Peter Worth" userId="36bd9be7-63e8-49ff-9300-4baccca301a5" providerId="ADAL" clId="{0638F448-CAE8-A94A-A213-0B539D94DE93}" dt="2025-04-29T13:33:27.698" v="0"/>
          <ac:spMkLst>
            <pc:docMk/>
            <pc:sldMk cId="1230361773" sldId="278"/>
            <ac:spMk id="2" creationId="{5EF97492-2802-95B0-3730-285D9B973A92}"/>
          </ac:spMkLst>
        </pc:spChg>
        <pc:spChg chg="mod">
          <ac:chgData name="Peter Worth" userId="36bd9be7-63e8-49ff-9300-4baccca301a5" providerId="ADAL" clId="{0638F448-CAE8-A94A-A213-0B539D94DE93}" dt="2025-04-29T13:41:50.135" v="32"/>
          <ac:spMkLst>
            <pc:docMk/>
            <pc:sldMk cId="1230361773" sldId="278"/>
            <ac:spMk id="4" creationId="{B602B75F-4559-4EE9-B543-C056958D8609}"/>
          </ac:spMkLst>
        </pc:spChg>
        <pc:spChg chg="add mod">
          <ac:chgData name="Peter Worth" userId="36bd9be7-63e8-49ff-9300-4baccca301a5" providerId="ADAL" clId="{0638F448-CAE8-A94A-A213-0B539D94DE93}" dt="2025-04-29T13:34:34.645" v="1"/>
          <ac:spMkLst>
            <pc:docMk/>
            <pc:sldMk cId="1230361773" sldId="278"/>
            <ac:spMk id="14" creationId="{B4B5704F-F734-CDFB-2126-4292E055424D}"/>
          </ac:spMkLst>
        </pc:spChg>
        <pc:spChg chg="add mod">
          <ac:chgData name="Peter Worth" userId="36bd9be7-63e8-49ff-9300-4baccca301a5" providerId="ADAL" clId="{0638F448-CAE8-A94A-A213-0B539D94DE93}" dt="2025-04-29T13:35:40.241" v="2"/>
          <ac:spMkLst>
            <pc:docMk/>
            <pc:sldMk cId="1230361773" sldId="278"/>
            <ac:spMk id="67" creationId="{4885D685-F8BF-4136-98A4-DB140C458E7B}"/>
          </ac:spMkLst>
        </pc:spChg>
        <pc:spChg chg="add mod">
          <ac:chgData name="Peter Worth" userId="36bd9be7-63e8-49ff-9300-4baccca301a5" providerId="ADAL" clId="{0638F448-CAE8-A94A-A213-0B539D94DE93}" dt="2025-04-29T13:41:50.135" v="32"/>
          <ac:spMkLst>
            <pc:docMk/>
            <pc:sldMk cId="1230361773" sldId="278"/>
            <ac:spMk id="68" creationId="{7D10CD70-5865-A235-B881-591E379B4DEF}"/>
          </ac:spMkLst>
        </pc:spChg>
      </pc:sldChg>
      <pc:sldChg chg="addSp modSp">
        <pc:chgData name="Peter Worth" userId="36bd9be7-63e8-49ff-9300-4baccca301a5" providerId="ADAL" clId="{0638F448-CAE8-A94A-A213-0B539D94DE93}" dt="2025-04-29T13:41:50.135" v="32"/>
        <pc:sldMkLst>
          <pc:docMk/>
          <pc:sldMk cId="2660766691" sldId="286"/>
        </pc:sldMkLst>
        <pc:spChg chg="add mod">
          <ac:chgData name="Peter Worth" userId="36bd9be7-63e8-49ff-9300-4baccca301a5" providerId="ADAL" clId="{0638F448-CAE8-A94A-A213-0B539D94DE93}" dt="2025-04-29T13:33:27.698" v="0"/>
          <ac:spMkLst>
            <pc:docMk/>
            <pc:sldMk cId="2660766691" sldId="286"/>
            <ac:spMk id="7" creationId="{6D2D0614-6BFF-185E-E494-B91062D30536}"/>
          </ac:spMkLst>
        </pc:spChg>
        <pc:spChg chg="add mod">
          <ac:chgData name="Peter Worth" userId="36bd9be7-63e8-49ff-9300-4baccca301a5" providerId="ADAL" clId="{0638F448-CAE8-A94A-A213-0B539D94DE93}" dt="2025-04-29T13:34:34.645" v="1"/>
          <ac:spMkLst>
            <pc:docMk/>
            <pc:sldMk cId="2660766691" sldId="286"/>
            <ac:spMk id="8" creationId="{4A09A80B-5CDD-B9E9-3797-BBF06BF24B65}"/>
          </ac:spMkLst>
        </pc:spChg>
        <pc:spChg chg="add mod">
          <ac:chgData name="Peter Worth" userId="36bd9be7-63e8-49ff-9300-4baccca301a5" providerId="ADAL" clId="{0638F448-CAE8-A94A-A213-0B539D94DE93}" dt="2025-04-29T13:35:40.241" v="2"/>
          <ac:spMkLst>
            <pc:docMk/>
            <pc:sldMk cId="2660766691" sldId="286"/>
            <ac:spMk id="9" creationId="{AF579D1C-B82F-98B5-C936-FE3AC7D22D65}"/>
          </ac:spMkLst>
        </pc:spChg>
        <pc:spChg chg="add mod">
          <ac:chgData name="Peter Worth" userId="36bd9be7-63e8-49ff-9300-4baccca301a5" providerId="ADAL" clId="{0638F448-CAE8-A94A-A213-0B539D94DE93}" dt="2025-04-29T13:41:50.135" v="32"/>
          <ac:spMkLst>
            <pc:docMk/>
            <pc:sldMk cId="2660766691" sldId="286"/>
            <ac:spMk id="10" creationId="{053D7F84-AA2C-D9F6-11FD-31317E9D1C60}"/>
          </ac:spMkLst>
        </pc:spChg>
      </pc:sldChg>
      <pc:sldChg chg="addSp modSp">
        <pc:chgData name="Peter Worth" userId="36bd9be7-63e8-49ff-9300-4baccca301a5" providerId="ADAL" clId="{0638F448-CAE8-A94A-A213-0B539D94DE93}" dt="2025-04-29T13:41:50.135" v="32"/>
        <pc:sldMkLst>
          <pc:docMk/>
          <pc:sldMk cId="2435337565" sldId="287"/>
        </pc:sldMkLst>
        <pc:spChg chg="add mod">
          <ac:chgData name="Peter Worth" userId="36bd9be7-63e8-49ff-9300-4baccca301a5" providerId="ADAL" clId="{0638F448-CAE8-A94A-A213-0B539D94DE93}" dt="2025-04-29T13:33:27.698" v="0"/>
          <ac:spMkLst>
            <pc:docMk/>
            <pc:sldMk cId="2435337565" sldId="287"/>
            <ac:spMk id="2" creationId="{13DD6098-592A-CE91-F8F9-84483CF59B9C}"/>
          </ac:spMkLst>
        </pc:spChg>
        <pc:spChg chg="mod">
          <ac:chgData name="Peter Worth" userId="36bd9be7-63e8-49ff-9300-4baccca301a5" providerId="ADAL" clId="{0638F448-CAE8-A94A-A213-0B539D94DE93}" dt="2025-04-29T13:41:50.135" v="32"/>
          <ac:spMkLst>
            <pc:docMk/>
            <pc:sldMk cId="2435337565" sldId="287"/>
            <ac:spMk id="3" creationId="{6182EDB4-4290-CC66-3562-7B5738A0221F}"/>
          </ac:spMkLst>
        </pc:spChg>
        <pc:spChg chg="mod">
          <ac:chgData name="Peter Worth" userId="36bd9be7-63e8-49ff-9300-4baccca301a5" providerId="ADAL" clId="{0638F448-CAE8-A94A-A213-0B539D94DE93}" dt="2025-04-29T13:41:50.135" v="32"/>
          <ac:spMkLst>
            <pc:docMk/>
            <pc:sldMk cId="2435337565" sldId="287"/>
            <ac:spMk id="4" creationId="{2E320A14-62BE-F597-E103-C3D821B1F879}"/>
          </ac:spMkLst>
        </pc:spChg>
        <pc:spChg chg="add mod">
          <ac:chgData name="Peter Worth" userId="36bd9be7-63e8-49ff-9300-4baccca301a5" providerId="ADAL" clId="{0638F448-CAE8-A94A-A213-0B539D94DE93}" dt="2025-04-29T13:34:34.645" v="1"/>
          <ac:spMkLst>
            <pc:docMk/>
            <pc:sldMk cId="2435337565" sldId="287"/>
            <ac:spMk id="5" creationId="{60A8D9FD-8964-50FA-CC20-AE18A88FE5DC}"/>
          </ac:spMkLst>
        </pc:spChg>
        <pc:spChg chg="add mod">
          <ac:chgData name="Peter Worth" userId="36bd9be7-63e8-49ff-9300-4baccca301a5" providerId="ADAL" clId="{0638F448-CAE8-A94A-A213-0B539D94DE93}" dt="2025-04-29T13:35:40.241" v="2"/>
          <ac:spMkLst>
            <pc:docMk/>
            <pc:sldMk cId="2435337565" sldId="287"/>
            <ac:spMk id="6" creationId="{D27C8169-0362-9388-CA71-4D043C6869A6}"/>
          </ac:spMkLst>
        </pc:spChg>
        <pc:spChg chg="add mod">
          <ac:chgData name="Peter Worth" userId="36bd9be7-63e8-49ff-9300-4baccca301a5" providerId="ADAL" clId="{0638F448-CAE8-A94A-A213-0B539D94DE93}" dt="2025-04-29T13:41:50.135" v="32"/>
          <ac:spMkLst>
            <pc:docMk/>
            <pc:sldMk cId="2435337565" sldId="287"/>
            <ac:spMk id="7" creationId="{6916CACB-A1C6-0354-23A7-8A248C0D5EB6}"/>
          </ac:spMkLst>
        </pc:spChg>
      </pc:sldChg>
      <pc:sldChg chg="addSp modSp">
        <pc:chgData name="Peter Worth" userId="36bd9be7-63e8-49ff-9300-4baccca301a5" providerId="ADAL" clId="{0638F448-CAE8-A94A-A213-0B539D94DE93}" dt="2025-04-29T13:41:50.135" v="32"/>
        <pc:sldMkLst>
          <pc:docMk/>
          <pc:sldMk cId="335735708" sldId="288"/>
        </pc:sldMkLst>
        <pc:spChg chg="mod">
          <ac:chgData name="Peter Worth" userId="36bd9be7-63e8-49ff-9300-4baccca301a5" providerId="ADAL" clId="{0638F448-CAE8-A94A-A213-0B539D94DE93}" dt="2025-04-29T13:41:50.135" v="32"/>
          <ac:spMkLst>
            <pc:docMk/>
            <pc:sldMk cId="335735708" sldId="288"/>
            <ac:spMk id="2" creationId="{DA5C94A2-B12D-0FC3-CDF7-B7315B5904AB}"/>
          </ac:spMkLst>
        </pc:spChg>
        <pc:spChg chg="add mod">
          <ac:chgData name="Peter Worth" userId="36bd9be7-63e8-49ff-9300-4baccca301a5" providerId="ADAL" clId="{0638F448-CAE8-A94A-A213-0B539D94DE93}" dt="2025-04-29T13:33:27.698" v="0"/>
          <ac:spMkLst>
            <pc:docMk/>
            <pc:sldMk cId="335735708" sldId="288"/>
            <ac:spMk id="3" creationId="{057EDB69-74FC-80A1-3C3B-C2544D15FCC1}"/>
          </ac:spMkLst>
        </pc:spChg>
        <pc:spChg chg="add mod">
          <ac:chgData name="Peter Worth" userId="36bd9be7-63e8-49ff-9300-4baccca301a5" providerId="ADAL" clId="{0638F448-CAE8-A94A-A213-0B539D94DE93}" dt="2025-04-29T13:34:34.645" v="1"/>
          <ac:spMkLst>
            <pc:docMk/>
            <pc:sldMk cId="335735708" sldId="288"/>
            <ac:spMk id="4" creationId="{46EB213C-1AAF-578F-6F6A-59B8812DCC67}"/>
          </ac:spMkLst>
        </pc:spChg>
        <pc:spChg chg="add mod">
          <ac:chgData name="Peter Worth" userId="36bd9be7-63e8-49ff-9300-4baccca301a5" providerId="ADAL" clId="{0638F448-CAE8-A94A-A213-0B539D94DE93}" dt="2025-04-29T13:35:40.241" v="2"/>
          <ac:spMkLst>
            <pc:docMk/>
            <pc:sldMk cId="335735708" sldId="288"/>
            <ac:spMk id="5" creationId="{A98073F9-D547-7640-3F4A-979811CA2371}"/>
          </ac:spMkLst>
        </pc:spChg>
        <pc:spChg chg="add mod">
          <ac:chgData name="Peter Worth" userId="36bd9be7-63e8-49ff-9300-4baccca301a5" providerId="ADAL" clId="{0638F448-CAE8-A94A-A213-0B539D94DE93}" dt="2025-04-29T13:41:50.135" v="32"/>
          <ac:spMkLst>
            <pc:docMk/>
            <pc:sldMk cId="335735708" sldId="288"/>
            <ac:spMk id="6" creationId="{7E4D45A9-9BAA-BB4E-B3E6-6A34E7C1EA82}"/>
          </ac:spMkLst>
        </pc:spChg>
        <pc:spChg chg="mod">
          <ac:chgData name="Peter Worth" userId="36bd9be7-63e8-49ff-9300-4baccca301a5" providerId="ADAL" clId="{0638F448-CAE8-A94A-A213-0B539D94DE93}" dt="2025-04-29T13:41:50.135" v="32"/>
          <ac:spMkLst>
            <pc:docMk/>
            <pc:sldMk cId="335735708" sldId="288"/>
            <ac:spMk id="25" creationId="{8F26F023-E979-BF7F-8669-50610F99DF69}"/>
          </ac:spMkLst>
        </pc:spChg>
      </pc:sldChg>
      <pc:sldChg chg="addSp modSp mod">
        <pc:chgData name="Peter Worth" userId="36bd9be7-63e8-49ff-9300-4baccca301a5" providerId="ADAL" clId="{0638F448-CAE8-A94A-A213-0B539D94DE93}" dt="2025-04-29T13:41:50.135" v="32"/>
        <pc:sldMkLst>
          <pc:docMk/>
          <pc:sldMk cId="59810988" sldId="291"/>
        </pc:sldMkLst>
        <pc:spChg chg="add mod">
          <ac:chgData name="Peter Worth" userId="36bd9be7-63e8-49ff-9300-4baccca301a5" providerId="ADAL" clId="{0638F448-CAE8-A94A-A213-0B539D94DE93}" dt="2025-04-29T13:33:27.698" v="0"/>
          <ac:spMkLst>
            <pc:docMk/>
            <pc:sldMk cId="59810988" sldId="291"/>
            <ac:spMk id="2" creationId="{9B377C05-AE78-4A0F-F50F-12C19CD49EDC}"/>
          </ac:spMkLst>
        </pc:spChg>
        <pc:spChg chg="mod">
          <ac:chgData name="Peter Worth" userId="36bd9be7-63e8-49ff-9300-4baccca301a5" providerId="ADAL" clId="{0638F448-CAE8-A94A-A213-0B539D94DE93}" dt="2025-04-29T13:41:50.135" v="32"/>
          <ac:spMkLst>
            <pc:docMk/>
            <pc:sldMk cId="59810988" sldId="291"/>
            <ac:spMk id="3" creationId="{DB5A2353-1CCC-4E6B-9185-3696E296A071}"/>
          </ac:spMkLst>
        </pc:spChg>
        <pc:spChg chg="add mod">
          <ac:chgData name="Peter Worth" userId="36bd9be7-63e8-49ff-9300-4baccca301a5" providerId="ADAL" clId="{0638F448-CAE8-A94A-A213-0B539D94DE93}" dt="2025-04-29T13:34:34.645" v="1"/>
          <ac:spMkLst>
            <pc:docMk/>
            <pc:sldMk cId="59810988" sldId="291"/>
            <ac:spMk id="4" creationId="{763FFF6F-1B8B-BB6D-D315-D2E4625373D4}"/>
          </ac:spMkLst>
        </pc:spChg>
        <pc:spChg chg="add mod">
          <ac:chgData name="Peter Worth" userId="36bd9be7-63e8-49ff-9300-4baccca301a5" providerId="ADAL" clId="{0638F448-CAE8-A94A-A213-0B539D94DE93}" dt="2025-04-29T13:35:40.241" v="2"/>
          <ac:spMkLst>
            <pc:docMk/>
            <pc:sldMk cId="59810988" sldId="291"/>
            <ac:spMk id="9" creationId="{F1D7A9F0-7C20-F80A-AFF8-763649532C53}"/>
          </ac:spMkLst>
        </pc:spChg>
        <pc:spChg chg="add mod">
          <ac:chgData name="Peter Worth" userId="36bd9be7-63e8-49ff-9300-4baccca301a5" providerId="ADAL" clId="{0638F448-CAE8-A94A-A213-0B539D94DE93}" dt="2025-04-29T13:41:50.135" v="32"/>
          <ac:spMkLst>
            <pc:docMk/>
            <pc:sldMk cId="59810988" sldId="291"/>
            <ac:spMk id="12" creationId="{D326E40B-94D7-B9EC-4B81-7A97FEE77D99}"/>
          </ac:spMkLst>
        </pc:spChg>
      </pc:sldChg>
      <pc:sldChg chg="addSp modSp">
        <pc:chgData name="Peter Worth" userId="36bd9be7-63e8-49ff-9300-4baccca301a5" providerId="ADAL" clId="{0638F448-CAE8-A94A-A213-0B539D94DE93}" dt="2025-04-29T13:41:50.135" v="32"/>
        <pc:sldMkLst>
          <pc:docMk/>
          <pc:sldMk cId="908615862" sldId="292"/>
        </pc:sldMkLst>
        <pc:spChg chg="mod">
          <ac:chgData name="Peter Worth" userId="36bd9be7-63e8-49ff-9300-4baccca301a5" providerId="ADAL" clId="{0638F448-CAE8-A94A-A213-0B539D94DE93}" dt="2025-04-29T13:41:50.135" v="32"/>
          <ac:spMkLst>
            <pc:docMk/>
            <pc:sldMk cId="908615862" sldId="292"/>
            <ac:spMk id="2" creationId="{00000000-0000-0000-0000-000000000000}"/>
          </ac:spMkLst>
        </pc:spChg>
        <pc:spChg chg="add mod">
          <ac:chgData name="Peter Worth" userId="36bd9be7-63e8-49ff-9300-4baccca301a5" providerId="ADAL" clId="{0638F448-CAE8-A94A-A213-0B539D94DE93}" dt="2025-04-29T13:33:27.698" v="0"/>
          <ac:spMkLst>
            <pc:docMk/>
            <pc:sldMk cId="908615862" sldId="292"/>
            <ac:spMk id="5" creationId="{50D88D7F-8EB7-2358-35E9-3D19694D8E22}"/>
          </ac:spMkLst>
        </pc:spChg>
        <pc:spChg chg="add mod">
          <ac:chgData name="Peter Worth" userId="36bd9be7-63e8-49ff-9300-4baccca301a5" providerId="ADAL" clId="{0638F448-CAE8-A94A-A213-0B539D94DE93}" dt="2025-04-29T13:34:34.645" v="1"/>
          <ac:spMkLst>
            <pc:docMk/>
            <pc:sldMk cId="908615862" sldId="292"/>
            <ac:spMk id="6" creationId="{8841244F-6A63-226B-9836-035E788D4B8B}"/>
          </ac:spMkLst>
        </pc:spChg>
        <pc:spChg chg="add mod">
          <ac:chgData name="Peter Worth" userId="36bd9be7-63e8-49ff-9300-4baccca301a5" providerId="ADAL" clId="{0638F448-CAE8-A94A-A213-0B539D94DE93}" dt="2025-04-29T13:35:40.241" v="2"/>
          <ac:spMkLst>
            <pc:docMk/>
            <pc:sldMk cId="908615862" sldId="292"/>
            <ac:spMk id="7" creationId="{B4BB9018-FB49-54D2-649C-14FC5941C79E}"/>
          </ac:spMkLst>
        </pc:spChg>
        <pc:spChg chg="add mod">
          <ac:chgData name="Peter Worth" userId="36bd9be7-63e8-49ff-9300-4baccca301a5" providerId="ADAL" clId="{0638F448-CAE8-A94A-A213-0B539D94DE93}" dt="2025-04-29T13:41:50.135" v="32"/>
          <ac:spMkLst>
            <pc:docMk/>
            <pc:sldMk cId="908615862" sldId="292"/>
            <ac:spMk id="8" creationId="{087F67A2-4130-ABFB-D5B4-31840B751781}"/>
          </ac:spMkLst>
        </pc:spChg>
      </pc:sldChg>
      <pc:sldChg chg="modSp mod">
        <pc:chgData name="Peter Worth" userId="36bd9be7-63e8-49ff-9300-4baccca301a5" providerId="ADAL" clId="{0638F448-CAE8-A94A-A213-0B539D94DE93}" dt="2025-04-29T13:41:35.639" v="22"/>
        <pc:sldMkLst>
          <pc:docMk/>
          <pc:sldMk cId="3252604973" sldId="297"/>
        </pc:sldMkLst>
        <pc:spChg chg="mod">
          <ac:chgData name="Peter Worth" userId="36bd9be7-63e8-49ff-9300-4baccca301a5" providerId="ADAL" clId="{0638F448-CAE8-A94A-A213-0B539D94DE93}" dt="2025-04-29T13:41:35.639" v="22"/>
          <ac:spMkLst>
            <pc:docMk/>
            <pc:sldMk cId="3252604973" sldId="297"/>
            <ac:spMk id="2" creationId="{0E89FA57-33AB-B508-4C3E-FBCC5D7B09BC}"/>
          </ac:spMkLst>
        </pc:spChg>
      </pc:sldChg>
      <pc:sldChg chg="addSp modSp">
        <pc:chgData name="Peter Worth" userId="36bd9be7-63e8-49ff-9300-4baccca301a5" providerId="ADAL" clId="{0638F448-CAE8-A94A-A213-0B539D94DE93}" dt="2025-04-29T13:41:50.135" v="32"/>
        <pc:sldMkLst>
          <pc:docMk/>
          <pc:sldMk cId="2756860014" sldId="303"/>
        </pc:sldMkLst>
        <pc:spChg chg="add mod">
          <ac:chgData name="Peter Worth" userId="36bd9be7-63e8-49ff-9300-4baccca301a5" providerId="ADAL" clId="{0638F448-CAE8-A94A-A213-0B539D94DE93}" dt="2025-04-29T13:33:27.698" v="0"/>
          <ac:spMkLst>
            <pc:docMk/>
            <pc:sldMk cId="2756860014" sldId="303"/>
            <ac:spMk id="3" creationId="{0C37C2F5-DE2E-5945-D8EE-621CA836CA31}"/>
          </ac:spMkLst>
        </pc:spChg>
        <pc:spChg chg="add mod">
          <ac:chgData name="Peter Worth" userId="36bd9be7-63e8-49ff-9300-4baccca301a5" providerId="ADAL" clId="{0638F448-CAE8-A94A-A213-0B539D94DE93}" dt="2025-04-29T13:34:34.645" v="1"/>
          <ac:spMkLst>
            <pc:docMk/>
            <pc:sldMk cId="2756860014" sldId="303"/>
            <ac:spMk id="4" creationId="{511E5821-C042-2628-70EA-22F2F5F06D08}"/>
          </ac:spMkLst>
        </pc:spChg>
        <pc:spChg chg="add mod">
          <ac:chgData name="Peter Worth" userId="36bd9be7-63e8-49ff-9300-4baccca301a5" providerId="ADAL" clId="{0638F448-CAE8-A94A-A213-0B539D94DE93}" dt="2025-04-29T13:35:40.241" v="2"/>
          <ac:spMkLst>
            <pc:docMk/>
            <pc:sldMk cId="2756860014" sldId="303"/>
            <ac:spMk id="6" creationId="{0238322B-1ED6-F402-DB06-13C48BFB1061}"/>
          </ac:spMkLst>
        </pc:spChg>
        <pc:spChg chg="add mod">
          <ac:chgData name="Peter Worth" userId="36bd9be7-63e8-49ff-9300-4baccca301a5" providerId="ADAL" clId="{0638F448-CAE8-A94A-A213-0B539D94DE93}" dt="2025-04-29T13:41:50.135" v="32"/>
          <ac:spMkLst>
            <pc:docMk/>
            <pc:sldMk cId="2756860014" sldId="303"/>
            <ac:spMk id="7" creationId="{AFAEA816-3F8A-A62B-350D-972D98A79DCB}"/>
          </ac:spMkLst>
        </pc:spChg>
      </pc:sldChg>
      <pc:sldChg chg="addSp modSp">
        <pc:chgData name="Peter Worth" userId="36bd9be7-63e8-49ff-9300-4baccca301a5" providerId="ADAL" clId="{0638F448-CAE8-A94A-A213-0B539D94DE93}" dt="2025-04-29T13:41:50.135" v="32"/>
        <pc:sldMkLst>
          <pc:docMk/>
          <pc:sldMk cId="3636262991" sldId="305"/>
        </pc:sldMkLst>
        <pc:spChg chg="mod">
          <ac:chgData name="Peter Worth" userId="36bd9be7-63e8-49ff-9300-4baccca301a5" providerId="ADAL" clId="{0638F448-CAE8-A94A-A213-0B539D94DE93}" dt="2025-04-29T13:41:50.135" v="32"/>
          <ac:spMkLst>
            <pc:docMk/>
            <pc:sldMk cId="3636262991" sldId="305"/>
            <ac:spMk id="2" creationId="{39ECF0AD-B28C-11E7-E164-BB974EEC07DC}"/>
          </ac:spMkLst>
        </pc:spChg>
        <pc:spChg chg="mod">
          <ac:chgData name="Peter Worth" userId="36bd9be7-63e8-49ff-9300-4baccca301a5" providerId="ADAL" clId="{0638F448-CAE8-A94A-A213-0B539D94DE93}" dt="2025-04-29T13:41:50.135" v="32"/>
          <ac:spMkLst>
            <pc:docMk/>
            <pc:sldMk cId="3636262991" sldId="305"/>
            <ac:spMk id="3" creationId="{36030E77-D0D5-319B-FBAA-B3CC779F0D28}"/>
          </ac:spMkLst>
        </pc:spChg>
        <pc:spChg chg="mod">
          <ac:chgData name="Peter Worth" userId="36bd9be7-63e8-49ff-9300-4baccca301a5" providerId="ADAL" clId="{0638F448-CAE8-A94A-A213-0B539D94DE93}" dt="2025-04-29T13:41:50.135" v="32"/>
          <ac:spMkLst>
            <pc:docMk/>
            <pc:sldMk cId="3636262991" sldId="305"/>
            <ac:spMk id="4" creationId="{CD34934C-AC74-2982-E07D-63A13530FEAE}"/>
          </ac:spMkLst>
        </pc:spChg>
        <pc:spChg chg="add mod">
          <ac:chgData name="Peter Worth" userId="36bd9be7-63e8-49ff-9300-4baccca301a5" providerId="ADAL" clId="{0638F448-CAE8-A94A-A213-0B539D94DE93}" dt="2025-04-29T13:33:27.698" v="0"/>
          <ac:spMkLst>
            <pc:docMk/>
            <pc:sldMk cId="3636262991" sldId="305"/>
            <ac:spMk id="5" creationId="{A7A770F4-83A9-F675-AAE9-B65EA281970B}"/>
          </ac:spMkLst>
        </pc:spChg>
        <pc:spChg chg="add mod">
          <ac:chgData name="Peter Worth" userId="36bd9be7-63e8-49ff-9300-4baccca301a5" providerId="ADAL" clId="{0638F448-CAE8-A94A-A213-0B539D94DE93}" dt="2025-04-29T13:34:34.645" v="1"/>
          <ac:spMkLst>
            <pc:docMk/>
            <pc:sldMk cId="3636262991" sldId="305"/>
            <ac:spMk id="7" creationId="{FD0A3F97-96C1-2F13-48AA-B7E131142657}"/>
          </ac:spMkLst>
        </pc:spChg>
        <pc:spChg chg="add mod">
          <ac:chgData name="Peter Worth" userId="36bd9be7-63e8-49ff-9300-4baccca301a5" providerId="ADAL" clId="{0638F448-CAE8-A94A-A213-0B539D94DE93}" dt="2025-04-29T13:35:40.241" v="2"/>
          <ac:spMkLst>
            <pc:docMk/>
            <pc:sldMk cId="3636262991" sldId="305"/>
            <ac:spMk id="8" creationId="{49DA365A-F129-54CA-E317-46EA7E100EC2}"/>
          </ac:spMkLst>
        </pc:spChg>
        <pc:spChg chg="add mod">
          <ac:chgData name="Peter Worth" userId="36bd9be7-63e8-49ff-9300-4baccca301a5" providerId="ADAL" clId="{0638F448-CAE8-A94A-A213-0B539D94DE93}" dt="2025-04-29T13:41:50.135" v="32"/>
          <ac:spMkLst>
            <pc:docMk/>
            <pc:sldMk cId="3636262991" sldId="305"/>
            <ac:spMk id="9" creationId="{0F30F794-A155-2DC4-A964-4F8EB76325AD}"/>
          </ac:spMkLst>
        </pc:spChg>
      </pc:sldChg>
      <pc:sldChg chg="addSp modSp">
        <pc:chgData name="Peter Worth" userId="36bd9be7-63e8-49ff-9300-4baccca301a5" providerId="ADAL" clId="{0638F448-CAE8-A94A-A213-0B539D94DE93}" dt="2025-04-29T13:41:50.135" v="32"/>
        <pc:sldMkLst>
          <pc:docMk/>
          <pc:sldMk cId="683571691" sldId="308"/>
        </pc:sldMkLst>
        <pc:spChg chg="mod">
          <ac:chgData name="Peter Worth" userId="36bd9be7-63e8-49ff-9300-4baccca301a5" providerId="ADAL" clId="{0638F448-CAE8-A94A-A213-0B539D94DE93}" dt="2025-04-29T13:41:50.135" v="32"/>
          <ac:spMkLst>
            <pc:docMk/>
            <pc:sldMk cId="683571691" sldId="308"/>
            <ac:spMk id="2" creationId="{B625CEEF-7524-8FC5-80E8-431E5E1E233F}"/>
          </ac:spMkLst>
        </pc:spChg>
        <pc:spChg chg="add mod">
          <ac:chgData name="Peter Worth" userId="36bd9be7-63e8-49ff-9300-4baccca301a5" providerId="ADAL" clId="{0638F448-CAE8-A94A-A213-0B539D94DE93}" dt="2025-04-29T13:33:27.698" v="0"/>
          <ac:spMkLst>
            <pc:docMk/>
            <pc:sldMk cId="683571691" sldId="308"/>
            <ac:spMk id="4" creationId="{D74AB6A9-F972-47B0-9A8E-714CC62B35AD}"/>
          </ac:spMkLst>
        </pc:spChg>
        <pc:spChg chg="add mod">
          <ac:chgData name="Peter Worth" userId="36bd9be7-63e8-49ff-9300-4baccca301a5" providerId="ADAL" clId="{0638F448-CAE8-A94A-A213-0B539D94DE93}" dt="2025-04-29T13:34:34.645" v="1"/>
          <ac:spMkLst>
            <pc:docMk/>
            <pc:sldMk cId="683571691" sldId="308"/>
            <ac:spMk id="5" creationId="{85B406D2-C92B-5B32-5AC9-65793FBEF0E2}"/>
          </ac:spMkLst>
        </pc:spChg>
        <pc:spChg chg="add mod">
          <ac:chgData name="Peter Worth" userId="36bd9be7-63e8-49ff-9300-4baccca301a5" providerId="ADAL" clId="{0638F448-CAE8-A94A-A213-0B539D94DE93}" dt="2025-04-29T13:35:40.241" v="2"/>
          <ac:spMkLst>
            <pc:docMk/>
            <pc:sldMk cId="683571691" sldId="308"/>
            <ac:spMk id="7" creationId="{4DCDBE7A-A0A9-F492-697D-A84D3A528272}"/>
          </ac:spMkLst>
        </pc:spChg>
        <pc:spChg chg="add mod">
          <ac:chgData name="Peter Worth" userId="36bd9be7-63e8-49ff-9300-4baccca301a5" providerId="ADAL" clId="{0638F448-CAE8-A94A-A213-0B539D94DE93}" dt="2025-04-29T13:41:50.135" v="32"/>
          <ac:spMkLst>
            <pc:docMk/>
            <pc:sldMk cId="683571691" sldId="308"/>
            <ac:spMk id="8" creationId="{4D8CCBEF-F5CF-2CC1-EF1C-633A587CA2A7}"/>
          </ac:spMkLst>
        </pc:spChg>
      </pc:sldChg>
      <pc:sldChg chg="addSp modSp">
        <pc:chgData name="Peter Worth" userId="36bd9be7-63e8-49ff-9300-4baccca301a5" providerId="ADAL" clId="{0638F448-CAE8-A94A-A213-0B539D94DE93}" dt="2025-04-29T13:41:50.135" v="32"/>
        <pc:sldMkLst>
          <pc:docMk/>
          <pc:sldMk cId="3033447889" sldId="309"/>
        </pc:sldMkLst>
        <pc:spChg chg="mod">
          <ac:chgData name="Peter Worth" userId="36bd9be7-63e8-49ff-9300-4baccca301a5" providerId="ADAL" clId="{0638F448-CAE8-A94A-A213-0B539D94DE93}" dt="2025-04-29T13:41:50.135" v="32"/>
          <ac:spMkLst>
            <pc:docMk/>
            <pc:sldMk cId="3033447889" sldId="309"/>
            <ac:spMk id="2" creationId="{59182321-874A-3DB8-9CCC-C40BCEBE34D4}"/>
          </ac:spMkLst>
        </pc:spChg>
        <pc:spChg chg="add mod">
          <ac:chgData name="Peter Worth" userId="36bd9be7-63e8-49ff-9300-4baccca301a5" providerId="ADAL" clId="{0638F448-CAE8-A94A-A213-0B539D94DE93}" dt="2025-04-29T13:33:27.698" v="0"/>
          <ac:spMkLst>
            <pc:docMk/>
            <pc:sldMk cId="3033447889" sldId="309"/>
            <ac:spMk id="3" creationId="{346254CF-69BC-B66B-C468-8DB7390BDDEA}"/>
          </ac:spMkLst>
        </pc:spChg>
        <pc:spChg chg="add mod">
          <ac:chgData name="Peter Worth" userId="36bd9be7-63e8-49ff-9300-4baccca301a5" providerId="ADAL" clId="{0638F448-CAE8-A94A-A213-0B539D94DE93}" dt="2025-04-29T13:34:34.645" v="1"/>
          <ac:spMkLst>
            <pc:docMk/>
            <pc:sldMk cId="3033447889" sldId="309"/>
            <ac:spMk id="4" creationId="{C243EC34-F1C1-7A53-0202-EBBCF86DD826}"/>
          </ac:spMkLst>
        </pc:spChg>
        <pc:spChg chg="add mod">
          <ac:chgData name="Peter Worth" userId="36bd9be7-63e8-49ff-9300-4baccca301a5" providerId="ADAL" clId="{0638F448-CAE8-A94A-A213-0B539D94DE93}" dt="2025-04-29T13:35:40.241" v="2"/>
          <ac:spMkLst>
            <pc:docMk/>
            <pc:sldMk cId="3033447889" sldId="309"/>
            <ac:spMk id="6" creationId="{6C39EAC7-EEC9-7E6D-8417-E12A17B99B21}"/>
          </ac:spMkLst>
        </pc:spChg>
        <pc:spChg chg="add mod">
          <ac:chgData name="Peter Worth" userId="36bd9be7-63e8-49ff-9300-4baccca301a5" providerId="ADAL" clId="{0638F448-CAE8-A94A-A213-0B539D94DE93}" dt="2025-04-29T13:41:50.135" v="32"/>
          <ac:spMkLst>
            <pc:docMk/>
            <pc:sldMk cId="3033447889" sldId="309"/>
            <ac:spMk id="7" creationId="{8CC9E2A4-189C-CF71-2402-6B34E4CDD9F2}"/>
          </ac:spMkLst>
        </pc:spChg>
      </pc:sldChg>
      <pc:sldChg chg="addSp modSp">
        <pc:chgData name="Peter Worth" userId="36bd9be7-63e8-49ff-9300-4baccca301a5" providerId="ADAL" clId="{0638F448-CAE8-A94A-A213-0B539D94DE93}" dt="2025-04-29T13:41:50.135" v="32"/>
        <pc:sldMkLst>
          <pc:docMk/>
          <pc:sldMk cId="2778054399" sldId="310"/>
        </pc:sldMkLst>
        <pc:spChg chg="mod">
          <ac:chgData name="Peter Worth" userId="36bd9be7-63e8-49ff-9300-4baccca301a5" providerId="ADAL" clId="{0638F448-CAE8-A94A-A213-0B539D94DE93}" dt="2025-04-29T13:41:50.135" v="32"/>
          <ac:spMkLst>
            <pc:docMk/>
            <pc:sldMk cId="2778054399" sldId="310"/>
            <ac:spMk id="2" creationId="{4AB7A5FA-4822-3F0B-2D5E-907BB92C78F5}"/>
          </ac:spMkLst>
        </pc:spChg>
        <pc:spChg chg="add mod">
          <ac:chgData name="Peter Worth" userId="36bd9be7-63e8-49ff-9300-4baccca301a5" providerId="ADAL" clId="{0638F448-CAE8-A94A-A213-0B539D94DE93}" dt="2025-04-29T13:33:27.698" v="0"/>
          <ac:spMkLst>
            <pc:docMk/>
            <pc:sldMk cId="2778054399" sldId="310"/>
            <ac:spMk id="5" creationId="{3EDE36E3-D467-E90C-C6D3-3CD385255A8C}"/>
          </ac:spMkLst>
        </pc:spChg>
        <pc:spChg chg="add mod">
          <ac:chgData name="Peter Worth" userId="36bd9be7-63e8-49ff-9300-4baccca301a5" providerId="ADAL" clId="{0638F448-CAE8-A94A-A213-0B539D94DE93}" dt="2025-04-29T13:34:34.645" v="1"/>
          <ac:spMkLst>
            <pc:docMk/>
            <pc:sldMk cId="2778054399" sldId="310"/>
            <ac:spMk id="6" creationId="{4D1BF3D0-C4E8-8A99-559C-7CDCE2BCE658}"/>
          </ac:spMkLst>
        </pc:spChg>
        <pc:spChg chg="add mod">
          <ac:chgData name="Peter Worth" userId="36bd9be7-63e8-49ff-9300-4baccca301a5" providerId="ADAL" clId="{0638F448-CAE8-A94A-A213-0B539D94DE93}" dt="2025-04-29T13:35:40.241" v="2"/>
          <ac:spMkLst>
            <pc:docMk/>
            <pc:sldMk cId="2778054399" sldId="310"/>
            <ac:spMk id="7" creationId="{4E3D1A61-ED43-5268-6E5B-E6D2AF25E5B4}"/>
          </ac:spMkLst>
        </pc:spChg>
        <pc:spChg chg="add mod">
          <ac:chgData name="Peter Worth" userId="36bd9be7-63e8-49ff-9300-4baccca301a5" providerId="ADAL" clId="{0638F448-CAE8-A94A-A213-0B539D94DE93}" dt="2025-04-29T13:41:50.135" v="32"/>
          <ac:spMkLst>
            <pc:docMk/>
            <pc:sldMk cId="2778054399" sldId="310"/>
            <ac:spMk id="8" creationId="{B2D550F8-7275-12C5-7877-6DCA8C673E6A}"/>
          </ac:spMkLst>
        </pc:spChg>
      </pc:sldChg>
      <pc:sldChg chg="addSp delSp modSp delDesignElem">
        <pc:chgData name="Peter Worth" userId="36bd9be7-63e8-49ff-9300-4baccca301a5" providerId="ADAL" clId="{0638F448-CAE8-A94A-A213-0B539D94DE93}" dt="2025-04-29T13:41:50.135" v="32"/>
        <pc:sldMkLst>
          <pc:docMk/>
          <pc:sldMk cId="3828795437" sldId="311"/>
        </pc:sldMkLst>
        <pc:spChg chg="mod">
          <ac:chgData name="Peter Worth" userId="36bd9be7-63e8-49ff-9300-4baccca301a5" providerId="ADAL" clId="{0638F448-CAE8-A94A-A213-0B539D94DE93}" dt="2025-04-29T13:41:50.135" v="32"/>
          <ac:spMkLst>
            <pc:docMk/>
            <pc:sldMk cId="3828795437" sldId="311"/>
            <ac:spMk id="2" creationId="{8D87EDC8-628E-91DA-FCE9-B987144CC2A1}"/>
          </ac:spMkLst>
        </pc:spChg>
        <pc:spChg chg="add mod">
          <ac:chgData name="Peter Worth" userId="36bd9be7-63e8-49ff-9300-4baccca301a5" providerId="ADAL" clId="{0638F448-CAE8-A94A-A213-0B539D94DE93}" dt="2025-04-29T13:33:27.698" v="0"/>
          <ac:spMkLst>
            <pc:docMk/>
            <pc:sldMk cId="3828795437" sldId="311"/>
            <ac:spMk id="4" creationId="{9B281F16-6CB2-8BEE-F12D-DDFC699F5CE1}"/>
          </ac:spMkLst>
        </pc:spChg>
        <pc:spChg chg="add mod">
          <ac:chgData name="Peter Worth" userId="36bd9be7-63e8-49ff-9300-4baccca301a5" providerId="ADAL" clId="{0638F448-CAE8-A94A-A213-0B539D94DE93}" dt="2025-04-29T13:34:34.645" v="1"/>
          <ac:spMkLst>
            <pc:docMk/>
            <pc:sldMk cId="3828795437" sldId="311"/>
            <ac:spMk id="5" creationId="{23FB2C8B-4509-E470-B39A-5501F19FC27E}"/>
          </ac:spMkLst>
        </pc:spChg>
        <pc:spChg chg="add mod">
          <ac:chgData name="Peter Worth" userId="36bd9be7-63e8-49ff-9300-4baccca301a5" providerId="ADAL" clId="{0638F448-CAE8-A94A-A213-0B539D94DE93}" dt="2025-04-29T13:35:40.241" v="2"/>
          <ac:spMkLst>
            <pc:docMk/>
            <pc:sldMk cId="3828795437" sldId="311"/>
            <ac:spMk id="6" creationId="{A600B803-DB38-507A-B1BC-964E9E71549D}"/>
          </ac:spMkLst>
        </pc:spChg>
        <pc:spChg chg="add mod">
          <ac:chgData name="Peter Worth" userId="36bd9be7-63e8-49ff-9300-4baccca301a5" providerId="ADAL" clId="{0638F448-CAE8-A94A-A213-0B539D94DE93}" dt="2025-04-29T13:41:50.135" v="32"/>
          <ac:spMkLst>
            <pc:docMk/>
            <pc:sldMk cId="3828795437" sldId="311"/>
            <ac:spMk id="7" creationId="{1AE2DDF5-E4A7-C3E1-2C5B-B8B39F1C87C8}"/>
          </ac:spMkLst>
        </pc:spChg>
        <pc:spChg chg="add del">
          <ac:chgData name="Peter Worth" userId="36bd9be7-63e8-49ff-9300-4baccca301a5" providerId="ADAL" clId="{0638F448-CAE8-A94A-A213-0B539D94DE93}" dt="2025-04-29T13:41:50.135" v="32"/>
          <ac:spMkLst>
            <pc:docMk/>
            <pc:sldMk cId="3828795437" sldId="311"/>
            <ac:spMk id="8203" creationId="{B8144315-1C5A-4185-A952-25D98D303D46}"/>
          </ac:spMkLst>
        </pc:spChg>
        <pc:grpChg chg="add del">
          <ac:chgData name="Peter Worth" userId="36bd9be7-63e8-49ff-9300-4baccca301a5" providerId="ADAL" clId="{0638F448-CAE8-A94A-A213-0B539D94DE93}" dt="2025-04-29T13:41:50.135" v="32"/>
          <ac:grpSpMkLst>
            <pc:docMk/>
            <pc:sldMk cId="3828795437" sldId="311"/>
            <ac:grpSpMk id="8199" creationId="{4091D54B-59AB-4A5E-8E9E-0421BD66D4FB}"/>
          </ac:grpSpMkLst>
        </pc:grpChg>
        <pc:grpChg chg="add del">
          <ac:chgData name="Peter Worth" userId="36bd9be7-63e8-49ff-9300-4baccca301a5" providerId="ADAL" clId="{0638F448-CAE8-A94A-A213-0B539D94DE93}" dt="2025-04-29T13:41:50.135" v="32"/>
          <ac:grpSpMkLst>
            <pc:docMk/>
            <pc:sldMk cId="3828795437" sldId="311"/>
            <ac:grpSpMk id="8205" creationId="{25A657F0-42F3-40D3-BC75-7DA1F5C6A225}"/>
          </ac:grpSpMkLst>
        </pc:grpChg>
      </pc:sldChg>
      <pc:sldChg chg="addSp modSp">
        <pc:chgData name="Peter Worth" userId="36bd9be7-63e8-49ff-9300-4baccca301a5" providerId="ADAL" clId="{0638F448-CAE8-A94A-A213-0B539D94DE93}" dt="2025-04-29T13:41:50.135" v="32"/>
        <pc:sldMkLst>
          <pc:docMk/>
          <pc:sldMk cId="2204594004" sldId="316"/>
        </pc:sldMkLst>
        <pc:spChg chg="add mod">
          <ac:chgData name="Peter Worth" userId="36bd9be7-63e8-49ff-9300-4baccca301a5" providerId="ADAL" clId="{0638F448-CAE8-A94A-A213-0B539D94DE93}" dt="2025-04-29T13:33:27.698" v="0"/>
          <ac:spMkLst>
            <pc:docMk/>
            <pc:sldMk cId="2204594004" sldId="316"/>
            <ac:spMk id="2" creationId="{55E68C33-9A7D-069A-CC99-88F84799CDBA}"/>
          </ac:spMkLst>
        </pc:spChg>
        <pc:spChg chg="add mod">
          <ac:chgData name="Peter Worth" userId="36bd9be7-63e8-49ff-9300-4baccca301a5" providerId="ADAL" clId="{0638F448-CAE8-A94A-A213-0B539D94DE93}" dt="2025-04-29T13:34:34.645" v="1"/>
          <ac:spMkLst>
            <pc:docMk/>
            <pc:sldMk cId="2204594004" sldId="316"/>
            <ac:spMk id="3" creationId="{F482C0C4-896C-F4CE-7217-96C7ACBC804A}"/>
          </ac:spMkLst>
        </pc:spChg>
        <pc:spChg chg="add mod">
          <ac:chgData name="Peter Worth" userId="36bd9be7-63e8-49ff-9300-4baccca301a5" providerId="ADAL" clId="{0638F448-CAE8-A94A-A213-0B539D94DE93}" dt="2025-04-29T13:35:40.241" v="2"/>
          <ac:spMkLst>
            <pc:docMk/>
            <pc:sldMk cId="2204594004" sldId="316"/>
            <ac:spMk id="4" creationId="{A3D1C55C-8A5C-0E82-5E8B-A7CA01CE6E62}"/>
          </ac:spMkLst>
        </pc:spChg>
        <pc:spChg chg="add mod">
          <ac:chgData name="Peter Worth" userId="36bd9be7-63e8-49ff-9300-4baccca301a5" providerId="ADAL" clId="{0638F448-CAE8-A94A-A213-0B539D94DE93}" dt="2025-04-29T13:41:50.135" v="32"/>
          <ac:spMkLst>
            <pc:docMk/>
            <pc:sldMk cId="2204594004" sldId="316"/>
            <ac:spMk id="8" creationId="{60140CEA-1F4A-6480-D4E8-B6A7C9825B53}"/>
          </ac:spMkLst>
        </pc:spChg>
      </pc:sldChg>
      <pc:sldChg chg="addSp modSp">
        <pc:chgData name="Peter Worth" userId="36bd9be7-63e8-49ff-9300-4baccca301a5" providerId="ADAL" clId="{0638F448-CAE8-A94A-A213-0B539D94DE93}" dt="2025-04-29T13:41:50.135" v="32"/>
        <pc:sldMkLst>
          <pc:docMk/>
          <pc:sldMk cId="2641570674" sldId="317"/>
        </pc:sldMkLst>
        <pc:spChg chg="mod">
          <ac:chgData name="Peter Worth" userId="36bd9be7-63e8-49ff-9300-4baccca301a5" providerId="ADAL" clId="{0638F448-CAE8-A94A-A213-0B539D94DE93}" dt="2025-04-29T13:41:50.135" v="32"/>
          <ac:spMkLst>
            <pc:docMk/>
            <pc:sldMk cId="2641570674" sldId="317"/>
            <ac:spMk id="2" creationId="{7D2FCDFB-5DE6-5A26-CC6C-D0C03D04FB8C}"/>
          </ac:spMkLst>
        </pc:spChg>
        <pc:spChg chg="add mod">
          <ac:chgData name="Peter Worth" userId="36bd9be7-63e8-49ff-9300-4baccca301a5" providerId="ADAL" clId="{0638F448-CAE8-A94A-A213-0B539D94DE93}" dt="2025-04-29T13:33:27.698" v="0"/>
          <ac:spMkLst>
            <pc:docMk/>
            <pc:sldMk cId="2641570674" sldId="317"/>
            <ac:spMk id="4" creationId="{8ADCA83F-7AF8-87CD-960F-9FC5A3F920D4}"/>
          </ac:spMkLst>
        </pc:spChg>
        <pc:spChg chg="add mod">
          <ac:chgData name="Peter Worth" userId="36bd9be7-63e8-49ff-9300-4baccca301a5" providerId="ADAL" clId="{0638F448-CAE8-A94A-A213-0B539D94DE93}" dt="2025-04-29T13:34:34.645" v="1"/>
          <ac:spMkLst>
            <pc:docMk/>
            <pc:sldMk cId="2641570674" sldId="317"/>
            <ac:spMk id="5" creationId="{FEC2ABE5-2163-FBE0-4C3F-BE2954B611B0}"/>
          </ac:spMkLst>
        </pc:spChg>
        <pc:spChg chg="add mod">
          <ac:chgData name="Peter Worth" userId="36bd9be7-63e8-49ff-9300-4baccca301a5" providerId="ADAL" clId="{0638F448-CAE8-A94A-A213-0B539D94DE93}" dt="2025-04-29T13:35:40.241" v="2"/>
          <ac:spMkLst>
            <pc:docMk/>
            <pc:sldMk cId="2641570674" sldId="317"/>
            <ac:spMk id="6" creationId="{CAEE6DD3-60C5-87CC-709B-79E7C329CBA0}"/>
          </ac:spMkLst>
        </pc:spChg>
        <pc:spChg chg="add mod">
          <ac:chgData name="Peter Worth" userId="36bd9be7-63e8-49ff-9300-4baccca301a5" providerId="ADAL" clId="{0638F448-CAE8-A94A-A213-0B539D94DE93}" dt="2025-04-29T13:41:50.135" v="32"/>
          <ac:spMkLst>
            <pc:docMk/>
            <pc:sldMk cId="2641570674" sldId="317"/>
            <ac:spMk id="7" creationId="{EBC3600A-639A-E1A1-4FED-24A241F86EF5}"/>
          </ac:spMkLst>
        </pc:spChg>
      </pc:sldChg>
      <pc:sldChg chg="addSp modSp">
        <pc:chgData name="Peter Worth" userId="36bd9be7-63e8-49ff-9300-4baccca301a5" providerId="ADAL" clId="{0638F448-CAE8-A94A-A213-0B539D94DE93}" dt="2025-04-29T13:41:50.135" v="32"/>
        <pc:sldMkLst>
          <pc:docMk/>
          <pc:sldMk cId="4079037133" sldId="318"/>
        </pc:sldMkLst>
        <pc:spChg chg="add mod">
          <ac:chgData name="Peter Worth" userId="36bd9be7-63e8-49ff-9300-4baccca301a5" providerId="ADAL" clId="{0638F448-CAE8-A94A-A213-0B539D94DE93}" dt="2025-04-29T13:33:27.698" v="0"/>
          <ac:spMkLst>
            <pc:docMk/>
            <pc:sldMk cId="4079037133" sldId="318"/>
            <ac:spMk id="3" creationId="{EC1F88EE-E117-DE68-F51E-18B4DD08085B}"/>
          </ac:spMkLst>
        </pc:spChg>
        <pc:spChg chg="add mod">
          <ac:chgData name="Peter Worth" userId="36bd9be7-63e8-49ff-9300-4baccca301a5" providerId="ADAL" clId="{0638F448-CAE8-A94A-A213-0B539D94DE93}" dt="2025-04-29T13:34:34.645" v="1"/>
          <ac:spMkLst>
            <pc:docMk/>
            <pc:sldMk cId="4079037133" sldId="318"/>
            <ac:spMk id="4" creationId="{E3459911-6488-F768-8B8E-722D7884DBA3}"/>
          </ac:spMkLst>
        </pc:spChg>
        <pc:spChg chg="add mod">
          <ac:chgData name="Peter Worth" userId="36bd9be7-63e8-49ff-9300-4baccca301a5" providerId="ADAL" clId="{0638F448-CAE8-A94A-A213-0B539D94DE93}" dt="2025-04-29T13:35:40.241" v="2"/>
          <ac:spMkLst>
            <pc:docMk/>
            <pc:sldMk cId="4079037133" sldId="318"/>
            <ac:spMk id="5" creationId="{CB87C55B-F435-A547-8E94-E9C277C59685}"/>
          </ac:spMkLst>
        </pc:spChg>
        <pc:spChg chg="add mod">
          <ac:chgData name="Peter Worth" userId="36bd9be7-63e8-49ff-9300-4baccca301a5" providerId="ADAL" clId="{0638F448-CAE8-A94A-A213-0B539D94DE93}" dt="2025-04-29T13:41:50.135" v="32"/>
          <ac:spMkLst>
            <pc:docMk/>
            <pc:sldMk cId="4079037133" sldId="318"/>
            <ac:spMk id="6" creationId="{C00BEC78-6310-1276-CB30-6CAE99895147}"/>
          </ac:spMkLst>
        </pc:spChg>
      </pc:sldChg>
      <pc:sldChg chg="addSp modSp">
        <pc:chgData name="Peter Worth" userId="36bd9be7-63e8-49ff-9300-4baccca301a5" providerId="ADAL" clId="{0638F448-CAE8-A94A-A213-0B539D94DE93}" dt="2025-04-29T13:41:50.135" v="32"/>
        <pc:sldMkLst>
          <pc:docMk/>
          <pc:sldMk cId="1781367019" sldId="320"/>
        </pc:sldMkLst>
        <pc:spChg chg="add mod">
          <ac:chgData name="Peter Worth" userId="36bd9be7-63e8-49ff-9300-4baccca301a5" providerId="ADAL" clId="{0638F448-CAE8-A94A-A213-0B539D94DE93}" dt="2025-04-29T13:33:27.698" v="0"/>
          <ac:spMkLst>
            <pc:docMk/>
            <pc:sldMk cId="1781367019" sldId="320"/>
            <ac:spMk id="4" creationId="{EA6F28A6-47CE-DB34-0584-5010310AD090}"/>
          </ac:spMkLst>
        </pc:spChg>
        <pc:spChg chg="add mod">
          <ac:chgData name="Peter Worth" userId="36bd9be7-63e8-49ff-9300-4baccca301a5" providerId="ADAL" clId="{0638F448-CAE8-A94A-A213-0B539D94DE93}" dt="2025-04-29T13:34:34.645" v="1"/>
          <ac:spMkLst>
            <pc:docMk/>
            <pc:sldMk cId="1781367019" sldId="320"/>
            <ac:spMk id="5" creationId="{FCA9A839-E158-F1C5-1EB2-632C3A51ECD4}"/>
          </ac:spMkLst>
        </pc:spChg>
        <pc:spChg chg="add mod">
          <ac:chgData name="Peter Worth" userId="36bd9be7-63e8-49ff-9300-4baccca301a5" providerId="ADAL" clId="{0638F448-CAE8-A94A-A213-0B539D94DE93}" dt="2025-04-29T13:35:40.241" v="2"/>
          <ac:spMkLst>
            <pc:docMk/>
            <pc:sldMk cId="1781367019" sldId="320"/>
            <ac:spMk id="6" creationId="{34614EF3-4669-EA5F-35B8-A5B96AB3596F}"/>
          </ac:spMkLst>
        </pc:spChg>
        <pc:spChg chg="add mod">
          <ac:chgData name="Peter Worth" userId="36bd9be7-63e8-49ff-9300-4baccca301a5" providerId="ADAL" clId="{0638F448-CAE8-A94A-A213-0B539D94DE93}" dt="2025-04-29T13:41:50.135" v="32"/>
          <ac:spMkLst>
            <pc:docMk/>
            <pc:sldMk cId="1781367019" sldId="320"/>
            <ac:spMk id="7" creationId="{0769B720-F0B5-6A6E-B68D-C46D313DDFF0}"/>
          </ac:spMkLst>
        </pc:spChg>
      </pc:sldChg>
      <pc:sldChg chg="addSp modSp">
        <pc:chgData name="Peter Worth" userId="36bd9be7-63e8-49ff-9300-4baccca301a5" providerId="ADAL" clId="{0638F448-CAE8-A94A-A213-0B539D94DE93}" dt="2025-04-29T13:41:50.135" v="32"/>
        <pc:sldMkLst>
          <pc:docMk/>
          <pc:sldMk cId="1200473508" sldId="321"/>
        </pc:sldMkLst>
        <pc:spChg chg="add mod">
          <ac:chgData name="Peter Worth" userId="36bd9be7-63e8-49ff-9300-4baccca301a5" providerId="ADAL" clId="{0638F448-CAE8-A94A-A213-0B539D94DE93}" dt="2025-04-29T13:33:27.698" v="0"/>
          <ac:spMkLst>
            <pc:docMk/>
            <pc:sldMk cId="1200473508" sldId="321"/>
            <ac:spMk id="3" creationId="{04EEEFB8-58A6-B233-07F7-FA9D28EF8B3E}"/>
          </ac:spMkLst>
        </pc:spChg>
        <pc:spChg chg="add mod">
          <ac:chgData name="Peter Worth" userId="36bd9be7-63e8-49ff-9300-4baccca301a5" providerId="ADAL" clId="{0638F448-CAE8-A94A-A213-0B539D94DE93}" dt="2025-04-29T13:34:34.645" v="1"/>
          <ac:spMkLst>
            <pc:docMk/>
            <pc:sldMk cId="1200473508" sldId="321"/>
            <ac:spMk id="4" creationId="{315DBC91-1282-4814-9247-F25CC7C4AFA8}"/>
          </ac:spMkLst>
        </pc:spChg>
        <pc:spChg chg="add mod">
          <ac:chgData name="Peter Worth" userId="36bd9be7-63e8-49ff-9300-4baccca301a5" providerId="ADAL" clId="{0638F448-CAE8-A94A-A213-0B539D94DE93}" dt="2025-04-29T13:35:40.241" v="2"/>
          <ac:spMkLst>
            <pc:docMk/>
            <pc:sldMk cId="1200473508" sldId="321"/>
            <ac:spMk id="5" creationId="{6CFF33B9-7672-0E16-6C15-C61E4B429152}"/>
          </ac:spMkLst>
        </pc:spChg>
        <pc:spChg chg="add mod">
          <ac:chgData name="Peter Worth" userId="36bd9be7-63e8-49ff-9300-4baccca301a5" providerId="ADAL" clId="{0638F448-CAE8-A94A-A213-0B539D94DE93}" dt="2025-04-29T13:41:50.135" v="32"/>
          <ac:spMkLst>
            <pc:docMk/>
            <pc:sldMk cId="1200473508" sldId="321"/>
            <ac:spMk id="6" creationId="{14523978-B8D6-3705-20D5-2F504BF107D1}"/>
          </ac:spMkLst>
        </pc:spChg>
      </pc:sldChg>
      <pc:sldChg chg="addSp modSp mod">
        <pc:chgData name="Peter Worth" userId="36bd9be7-63e8-49ff-9300-4baccca301a5" providerId="ADAL" clId="{0638F448-CAE8-A94A-A213-0B539D94DE93}" dt="2025-04-29T13:41:50.135" v="32"/>
        <pc:sldMkLst>
          <pc:docMk/>
          <pc:sldMk cId="1837706327" sldId="502"/>
        </pc:sldMkLst>
        <pc:spChg chg="mod">
          <ac:chgData name="Peter Worth" userId="36bd9be7-63e8-49ff-9300-4baccca301a5" providerId="ADAL" clId="{0638F448-CAE8-A94A-A213-0B539D94DE93}" dt="2025-04-29T13:41:35.639" v="22"/>
          <ac:spMkLst>
            <pc:docMk/>
            <pc:sldMk cId="1837706327" sldId="502"/>
            <ac:spMk id="2" creationId="{FF324DB9-8000-4FA4-2E4C-2C238AB42E9F}"/>
          </ac:spMkLst>
        </pc:spChg>
        <pc:spChg chg="add mod">
          <ac:chgData name="Peter Worth" userId="36bd9be7-63e8-49ff-9300-4baccca301a5" providerId="ADAL" clId="{0638F448-CAE8-A94A-A213-0B539D94DE93}" dt="2025-04-29T13:33:27.698" v="0"/>
          <ac:spMkLst>
            <pc:docMk/>
            <pc:sldMk cId="1837706327" sldId="502"/>
            <ac:spMk id="5" creationId="{F7E066F1-3046-E670-8248-A7E3008BBA20}"/>
          </ac:spMkLst>
        </pc:spChg>
        <pc:spChg chg="add mod">
          <ac:chgData name="Peter Worth" userId="36bd9be7-63e8-49ff-9300-4baccca301a5" providerId="ADAL" clId="{0638F448-CAE8-A94A-A213-0B539D94DE93}" dt="2025-04-29T13:34:34.645" v="1"/>
          <ac:spMkLst>
            <pc:docMk/>
            <pc:sldMk cId="1837706327" sldId="502"/>
            <ac:spMk id="6" creationId="{657F1FD6-44D5-740C-89FA-F1033CABFA76}"/>
          </ac:spMkLst>
        </pc:spChg>
        <pc:spChg chg="add mod">
          <ac:chgData name="Peter Worth" userId="36bd9be7-63e8-49ff-9300-4baccca301a5" providerId="ADAL" clId="{0638F448-CAE8-A94A-A213-0B539D94DE93}" dt="2025-04-29T13:35:40.241" v="2"/>
          <ac:spMkLst>
            <pc:docMk/>
            <pc:sldMk cId="1837706327" sldId="502"/>
            <ac:spMk id="7" creationId="{5F0D4286-1CF4-1F98-4AD4-E8B285BD84F8}"/>
          </ac:spMkLst>
        </pc:spChg>
        <pc:spChg chg="add mod">
          <ac:chgData name="Peter Worth" userId="36bd9be7-63e8-49ff-9300-4baccca301a5" providerId="ADAL" clId="{0638F448-CAE8-A94A-A213-0B539D94DE93}" dt="2025-04-29T13:41:50.135" v="32"/>
          <ac:spMkLst>
            <pc:docMk/>
            <pc:sldMk cId="1837706327" sldId="502"/>
            <ac:spMk id="8" creationId="{1A053926-7FF0-E763-913C-E8E5AE152977}"/>
          </ac:spMkLst>
        </pc:spChg>
      </pc:sldChg>
      <pc:sldChg chg="addSp delSp modSp delDesignElem">
        <pc:chgData name="Peter Worth" userId="36bd9be7-63e8-49ff-9300-4baccca301a5" providerId="ADAL" clId="{0638F448-CAE8-A94A-A213-0B539D94DE93}" dt="2025-04-29T13:41:50.135" v="32"/>
        <pc:sldMkLst>
          <pc:docMk/>
          <pc:sldMk cId="1907771618" sldId="503"/>
        </pc:sldMkLst>
        <pc:spChg chg="add mod">
          <ac:chgData name="Peter Worth" userId="36bd9be7-63e8-49ff-9300-4baccca301a5" providerId="ADAL" clId="{0638F448-CAE8-A94A-A213-0B539D94DE93}" dt="2025-04-29T13:33:27.698" v="0"/>
          <ac:spMkLst>
            <pc:docMk/>
            <pc:sldMk cId="1907771618" sldId="503"/>
            <ac:spMk id="4" creationId="{8D178904-F153-52E4-FAF7-6D7B4465A2CB}"/>
          </ac:spMkLst>
        </pc:spChg>
        <pc:spChg chg="add mod">
          <ac:chgData name="Peter Worth" userId="36bd9be7-63e8-49ff-9300-4baccca301a5" providerId="ADAL" clId="{0638F448-CAE8-A94A-A213-0B539D94DE93}" dt="2025-04-29T13:34:34.645" v="1"/>
          <ac:spMkLst>
            <pc:docMk/>
            <pc:sldMk cId="1907771618" sldId="503"/>
            <ac:spMk id="5" creationId="{8992C5AF-EC66-37E2-C6E9-367BB484F733}"/>
          </ac:spMkLst>
        </pc:spChg>
        <pc:spChg chg="add mod">
          <ac:chgData name="Peter Worth" userId="36bd9be7-63e8-49ff-9300-4baccca301a5" providerId="ADAL" clId="{0638F448-CAE8-A94A-A213-0B539D94DE93}" dt="2025-04-29T13:35:40.241" v="2"/>
          <ac:spMkLst>
            <pc:docMk/>
            <pc:sldMk cId="1907771618" sldId="503"/>
            <ac:spMk id="6" creationId="{6C532C13-DA04-E13E-BD18-927A13270F43}"/>
          </ac:spMkLst>
        </pc:spChg>
        <pc:spChg chg="add mod">
          <ac:chgData name="Peter Worth" userId="36bd9be7-63e8-49ff-9300-4baccca301a5" providerId="ADAL" clId="{0638F448-CAE8-A94A-A213-0B539D94DE93}" dt="2025-04-29T13:41:50.135" v="32"/>
          <ac:spMkLst>
            <pc:docMk/>
            <pc:sldMk cId="1907771618" sldId="503"/>
            <ac:spMk id="7" creationId="{960B918E-63F9-6C7D-D0BB-F18B0DBF184D}"/>
          </ac:spMkLst>
        </pc:spChg>
        <pc:spChg chg="add del">
          <ac:chgData name="Peter Worth" userId="36bd9be7-63e8-49ff-9300-4baccca301a5" providerId="ADAL" clId="{0638F448-CAE8-A94A-A213-0B539D94DE93}" dt="2025-04-29T13:41:50.135" v="32"/>
          <ac:spMkLst>
            <pc:docMk/>
            <pc:sldMk cId="1907771618" sldId="503"/>
            <ac:spMk id="12" creationId="{B8144315-1C5A-4185-A952-25D98D303D46}"/>
          </ac:spMkLst>
        </pc:spChg>
        <pc:grpChg chg="add del">
          <ac:chgData name="Peter Worth" userId="36bd9be7-63e8-49ff-9300-4baccca301a5" providerId="ADAL" clId="{0638F448-CAE8-A94A-A213-0B539D94DE93}" dt="2025-04-29T13:41:50.135" v="32"/>
          <ac:grpSpMkLst>
            <pc:docMk/>
            <pc:sldMk cId="1907771618" sldId="503"/>
            <ac:grpSpMk id="8" creationId="{4091D54B-59AB-4A5E-8E9E-0421BD66D4FB}"/>
          </ac:grpSpMkLst>
        </pc:grpChg>
        <pc:grpChg chg="add del">
          <ac:chgData name="Peter Worth" userId="36bd9be7-63e8-49ff-9300-4baccca301a5" providerId="ADAL" clId="{0638F448-CAE8-A94A-A213-0B539D94DE93}" dt="2025-04-29T13:41:50.135" v="32"/>
          <ac:grpSpMkLst>
            <pc:docMk/>
            <pc:sldMk cId="1907771618" sldId="503"/>
            <ac:grpSpMk id="14" creationId="{25A657F0-42F3-40D3-BC75-7DA1F5C6A225}"/>
          </ac:grpSpMkLst>
        </pc:grpChg>
      </pc:sldChg>
      <pc:sldChg chg="modSp">
        <pc:chgData name="Peter Worth" userId="36bd9be7-63e8-49ff-9300-4baccca301a5" providerId="ADAL" clId="{0638F448-CAE8-A94A-A213-0B539D94DE93}" dt="2025-04-29T13:41:50.135" v="32"/>
        <pc:sldMkLst>
          <pc:docMk/>
          <pc:sldMk cId="562754171" sldId="504"/>
        </pc:sldMkLst>
        <pc:spChg chg="mod">
          <ac:chgData name="Peter Worth" userId="36bd9be7-63e8-49ff-9300-4baccca301a5" providerId="ADAL" clId="{0638F448-CAE8-A94A-A213-0B539D94DE93}" dt="2025-04-29T13:41:50.135" v="32"/>
          <ac:spMkLst>
            <pc:docMk/>
            <pc:sldMk cId="562754171" sldId="504"/>
            <ac:spMk id="2" creationId="{FE63EA85-F26B-EE9C-3015-D17C494BF5A6}"/>
          </ac:spMkLst>
        </pc:spChg>
        <pc:spChg chg="mod">
          <ac:chgData name="Peter Worth" userId="36bd9be7-63e8-49ff-9300-4baccca301a5" providerId="ADAL" clId="{0638F448-CAE8-A94A-A213-0B539D94DE93}" dt="2025-04-29T13:41:50.135" v="32"/>
          <ac:spMkLst>
            <pc:docMk/>
            <pc:sldMk cId="562754171" sldId="504"/>
            <ac:spMk id="3" creationId="{AF7AEDF9-61C8-B9D7-F36A-9D0DF32EA275}"/>
          </ac:spMkLst>
        </pc:spChg>
      </pc:sldChg>
      <pc:sldChg chg="addSp modSp mod">
        <pc:chgData name="Peter Worth" userId="36bd9be7-63e8-49ff-9300-4baccca301a5" providerId="ADAL" clId="{0638F448-CAE8-A94A-A213-0B539D94DE93}" dt="2025-04-29T13:41:50.135" v="32"/>
        <pc:sldMkLst>
          <pc:docMk/>
          <pc:sldMk cId="3398603183" sldId="505"/>
        </pc:sldMkLst>
        <pc:spChg chg="mod">
          <ac:chgData name="Peter Worth" userId="36bd9be7-63e8-49ff-9300-4baccca301a5" providerId="ADAL" clId="{0638F448-CAE8-A94A-A213-0B539D94DE93}" dt="2025-04-29T13:41:50.135" v="32"/>
          <ac:spMkLst>
            <pc:docMk/>
            <pc:sldMk cId="3398603183" sldId="505"/>
            <ac:spMk id="3" creationId="{9CA91EA4-9007-9D20-62AE-9CAB279B8F72}"/>
          </ac:spMkLst>
        </pc:spChg>
        <pc:spChg chg="add mod">
          <ac:chgData name="Peter Worth" userId="36bd9be7-63e8-49ff-9300-4baccca301a5" providerId="ADAL" clId="{0638F448-CAE8-A94A-A213-0B539D94DE93}" dt="2025-04-29T13:33:27.698" v="0"/>
          <ac:spMkLst>
            <pc:docMk/>
            <pc:sldMk cId="3398603183" sldId="505"/>
            <ac:spMk id="5" creationId="{4A2F33CE-3075-1E43-FE60-85C246FEA688}"/>
          </ac:spMkLst>
        </pc:spChg>
        <pc:spChg chg="add mod">
          <ac:chgData name="Peter Worth" userId="36bd9be7-63e8-49ff-9300-4baccca301a5" providerId="ADAL" clId="{0638F448-CAE8-A94A-A213-0B539D94DE93}" dt="2025-04-29T13:34:34.645" v="1"/>
          <ac:spMkLst>
            <pc:docMk/>
            <pc:sldMk cId="3398603183" sldId="505"/>
            <ac:spMk id="6" creationId="{1183ABB8-107B-7D66-3495-058BF615574A}"/>
          </ac:spMkLst>
        </pc:spChg>
        <pc:spChg chg="add mod">
          <ac:chgData name="Peter Worth" userId="36bd9be7-63e8-49ff-9300-4baccca301a5" providerId="ADAL" clId="{0638F448-CAE8-A94A-A213-0B539D94DE93}" dt="2025-04-29T13:35:40.241" v="2"/>
          <ac:spMkLst>
            <pc:docMk/>
            <pc:sldMk cId="3398603183" sldId="505"/>
            <ac:spMk id="7" creationId="{CFC9919E-3210-DA5A-4DF5-5CDBCA96A0E1}"/>
          </ac:spMkLst>
        </pc:spChg>
        <pc:spChg chg="add mod">
          <ac:chgData name="Peter Worth" userId="36bd9be7-63e8-49ff-9300-4baccca301a5" providerId="ADAL" clId="{0638F448-CAE8-A94A-A213-0B539D94DE93}" dt="2025-04-29T13:41:50.135" v="32"/>
          <ac:spMkLst>
            <pc:docMk/>
            <pc:sldMk cId="3398603183" sldId="505"/>
            <ac:spMk id="8" creationId="{A69799D6-91BC-BB48-CC9C-E15C70C1145D}"/>
          </ac:spMkLst>
        </pc:spChg>
      </pc:sldChg>
      <pc:sldChg chg="addSp modSp mod">
        <pc:chgData name="Peter Worth" userId="36bd9be7-63e8-49ff-9300-4baccca301a5" providerId="ADAL" clId="{0638F448-CAE8-A94A-A213-0B539D94DE93}" dt="2025-04-29T13:41:50.135" v="32"/>
        <pc:sldMkLst>
          <pc:docMk/>
          <pc:sldMk cId="2045622355" sldId="506"/>
        </pc:sldMkLst>
        <pc:spChg chg="mod">
          <ac:chgData name="Peter Worth" userId="36bd9be7-63e8-49ff-9300-4baccca301a5" providerId="ADAL" clId="{0638F448-CAE8-A94A-A213-0B539D94DE93}" dt="2025-04-29T13:41:50.135" v="32"/>
          <ac:spMkLst>
            <pc:docMk/>
            <pc:sldMk cId="2045622355" sldId="506"/>
            <ac:spMk id="2" creationId="{A1747F02-438C-D1D8-A177-FF11DC6019DB}"/>
          </ac:spMkLst>
        </pc:spChg>
        <pc:spChg chg="add mod">
          <ac:chgData name="Peter Worth" userId="36bd9be7-63e8-49ff-9300-4baccca301a5" providerId="ADAL" clId="{0638F448-CAE8-A94A-A213-0B539D94DE93}" dt="2025-04-29T13:33:27.698" v="0"/>
          <ac:spMkLst>
            <pc:docMk/>
            <pc:sldMk cId="2045622355" sldId="506"/>
            <ac:spMk id="4" creationId="{57C52A3F-65C7-1916-FE54-4547B14CA490}"/>
          </ac:spMkLst>
        </pc:spChg>
        <pc:spChg chg="add mod">
          <ac:chgData name="Peter Worth" userId="36bd9be7-63e8-49ff-9300-4baccca301a5" providerId="ADAL" clId="{0638F448-CAE8-A94A-A213-0B539D94DE93}" dt="2025-04-29T13:34:34.645" v="1"/>
          <ac:spMkLst>
            <pc:docMk/>
            <pc:sldMk cId="2045622355" sldId="506"/>
            <ac:spMk id="6" creationId="{209777E3-5DC1-F555-F487-E28CF5A2C5B1}"/>
          </ac:spMkLst>
        </pc:spChg>
        <pc:spChg chg="add mod">
          <ac:chgData name="Peter Worth" userId="36bd9be7-63e8-49ff-9300-4baccca301a5" providerId="ADAL" clId="{0638F448-CAE8-A94A-A213-0B539D94DE93}" dt="2025-04-29T13:35:40.241" v="2"/>
          <ac:spMkLst>
            <pc:docMk/>
            <pc:sldMk cId="2045622355" sldId="506"/>
            <ac:spMk id="9" creationId="{2AA98B13-7F47-9D4E-516C-E7E22F65CA9E}"/>
          </ac:spMkLst>
        </pc:spChg>
        <pc:spChg chg="add mod">
          <ac:chgData name="Peter Worth" userId="36bd9be7-63e8-49ff-9300-4baccca301a5" providerId="ADAL" clId="{0638F448-CAE8-A94A-A213-0B539D94DE93}" dt="2025-04-29T13:41:50.135" v="32"/>
          <ac:spMkLst>
            <pc:docMk/>
            <pc:sldMk cId="2045622355" sldId="506"/>
            <ac:spMk id="10" creationId="{8CD51127-B312-108F-40C5-F64DCD9B20EA}"/>
          </ac:spMkLst>
        </pc:spChg>
      </pc:sldChg>
      <pc:sldChg chg="addSp modSp mod">
        <pc:chgData name="Peter Worth" userId="36bd9be7-63e8-49ff-9300-4baccca301a5" providerId="ADAL" clId="{0638F448-CAE8-A94A-A213-0B539D94DE93}" dt="2025-04-29T13:41:50.135" v="32"/>
        <pc:sldMkLst>
          <pc:docMk/>
          <pc:sldMk cId="507412379" sldId="507"/>
        </pc:sldMkLst>
        <pc:spChg chg="mod">
          <ac:chgData name="Peter Worth" userId="36bd9be7-63e8-49ff-9300-4baccca301a5" providerId="ADAL" clId="{0638F448-CAE8-A94A-A213-0B539D94DE93}" dt="2025-04-29T13:41:35.639" v="22"/>
          <ac:spMkLst>
            <pc:docMk/>
            <pc:sldMk cId="507412379" sldId="507"/>
            <ac:spMk id="2" creationId="{FB4F56C0-28C2-2C03-6D87-225E80EC2D39}"/>
          </ac:spMkLst>
        </pc:spChg>
        <pc:spChg chg="add mod">
          <ac:chgData name="Peter Worth" userId="36bd9be7-63e8-49ff-9300-4baccca301a5" providerId="ADAL" clId="{0638F448-CAE8-A94A-A213-0B539D94DE93}" dt="2025-04-29T13:33:27.698" v="0"/>
          <ac:spMkLst>
            <pc:docMk/>
            <pc:sldMk cId="507412379" sldId="507"/>
            <ac:spMk id="5" creationId="{E3AC7C78-E761-C3B3-7858-5BE3193AB1CB}"/>
          </ac:spMkLst>
        </pc:spChg>
        <pc:spChg chg="add mod">
          <ac:chgData name="Peter Worth" userId="36bd9be7-63e8-49ff-9300-4baccca301a5" providerId="ADAL" clId="{0638F448-CAE8-A94A-A213-0B539D94DE93}" dt="2025-04-29T13:34:34.645" v="1"/>
          <ac:spMkLst>
            <pc:docMk/>
            <pc:sldMk cId="507412379" sldId="507"/>
            <ac:spMk id="7" creationId="{2D47307F-25F8-1F40-E781-EBEAC0CFBCDA}"/>
          </ac:spMkLst>
        </pc:spChg>
        <pc:spChg chg="add mod">
          <ac:chgData name="Peter Worth" userId="36bd9be7-63e8-49ff-9300-4baccca301a5" providerId="ADAL" clId="{0638F448-CAE8-A94A-A213-0B539D94DE93}" dt="2025-04-29T13:35:40.241" v="2"/>
          <ac:spMkLst>
            <pc:docMk/>
            <pc:sldMk cId="507412379" sldId="507"/>
            <ac:spMk id="8" creationId="{EBBF8872-3388-5230-E071-1A344DD97C30}"/>
          </ac:spMkLst>
        </pc:spChg>
        <pc:spChg chg="add mod">
          <ac:chgData name="Peter Worth" userId="36bd9be7-63e8-49ff-9300-4baccca301a5" providerId="ADAL" clId="{0638F448-CAE8-A94A-A213-0B539D94DE93}" dt="2025-04-29T13:41:50.135" v="32"/>
          <ac:spMkLst>
            <pc:docMk/>
            <pc:sldMk cId="507412379" sldId="507"/>
            <ac:spMk id="9" creationId="{8BA346CB-AEFE-0637-BA91-ED1196B1D6F0}"/>
          </ac:spMkLst>
        </pc:spChg>
      </pc:sldChg>
      <pc:sldChg chg="addSp modSp">
        <pc:chgData name="Peter Worth" userId="36bd9be7-63e8-49ff-9300-4baccca301a5" providerId="ADAL" clId="{0638F448-CAE8-A94A-A213-0B539D94DE93}" dt="2025-04-29T13:41:50.135" v="32"/>
        <pc:sldMkLst>
          <pc:docMk/>
          <pc:sldMk cId="340126603" sldId="508"/>
        </pc:sldMkLst>
        <pc:spChg chg="add mod">
          <ac:chgData name="Peter Worth" userId="36bd9be7-63e8-49ff-9300-4baccca301a5" providerId="ADAL" clId="{0638F448-CAE8-A94A-A213-0B539D94DE93}" dt="2025-04-29T13:33:27.698" v="0"/>
          <ac:spMkLst>
            <pc:docMk/>
            <pc:sldMk cId="340126603" sldId="508"/>
            <ac:spMk id="4" creationId="{DB5844FE-4140-486C-9520-7E9453B425A2}"/>
          </ac:spMkLst>
        </pc:spChg>
        <pc:spChg chg="add mod">
          <ac:chgData name="Peter Worth" userId="36bd9be7-63e8-49ff-9300-4baccca301a5" providerId="ADAL" clId="{0638F448-CAE8-A94A-A213-0B539D94DE93}" dt="2025-04-29T13:34:34.645" v="1"/>
          <ac:spMkLst>
            <pc:docMk/>
            <pc:sldMk cId="340126603" sldId="508"/>
            <ac:spMk id="6" creationId="{DAAAA1C0-31FE-1CD9-C611-88771408D4D6}"/>
          </ac:spMkLst>
        </pc:spChg>
        <pc:spChg chg="add mod">
          <ac:chgData name="Peter Worth" userId="36bd9be7-63e8-49ff-9300-4baccca301a5" providerId="ADAL" clId="{0638F448-CAE8-A94A-A213-0B539D94DE93}" dt="2025-04-29T13:35:40.241" v="2"/>
          <ac:spMkLst>
            <pc:docMk/>
            <pc:sldMk cId="340126603" sldId="508"/>
            <ac:spMk id="8" creationId="{177A96D1-CBB0-B1EF-D852-547DA3C51BDC}"/>
          </ac:spMkLst>
        </pc:spChg>
        <pc:spChg chg="add mod">
          <ac:chgData name="Peter Worth" userId="36bd9be7-63e8-49ff-9300-4baccca301a5" providerId="ADAL" clId="{0638F448-CAE8-A94A-A213-0B539D94DE93}" dt="2025-04-29T13:41:50.135" v="32"/>
          <ac:spMkLst>
            <pc:docMk/>
            <pc:sldMk cId="340126603" sldId="508"/>
            <ac:spMk id="9" creationId="{515FA6E6-7280-B832-FF40-4B5A174CBD34}"/>
          </ac:spMkLst>
        </pc:spChg>
      </pc:sldChg>
      <pc:sldChg chg="modSp">
        <pc:chgData name="Peter Worth" userId="36bd9be7-63e8-49ff-9300-4baccca301a5" providerId="ADAL" clId="{0638F448-CAE8-A94A-A213-0B539D94DE93}" dt="2025-04-29T13:41:50.135" v="32"/>
        <pc:sldMkLst>
          <pc:docMk/>
          <pc:sldMk cId="603633296" sldId="509"/>
        </pc:sldMkLst>
        <pc:spChg chg="mod">
          <ac:chgData name="Peter Worth" userId="36bd9be7-63e8-49ff-9300-4baccca301a5" providerId="ADAL" clId="{0638F448-CAE8-A94A-A213-0B539D94DE93}" dt="2025-04-29T13:41:50.135" v="32"/>
          <ac:spMkLst>
            <pc:docMk/>
            <pc:sldMk cId="603633296" sldId="509"/>
            <ac:spMk id="2" creationId="{941E05F8-221D-418B-044F-833A5E2528B4}"/>
          </ac:spMkLst>
        </pc:spChg>
        <pc:spChg chg="mod">
          <ac:chgData name="Peter Worth" userId="36bd9be7-63e8-49ff-9300-4baccca301a5" providerId="ADAL" clId="{0638F448-CAE8-A94A-A213-0B539D94DE93}" dt="2025-04-29T13:41:50.135" v="32"/>
          <ac:spMkLst>
            <pc:docMk/>
            <pc:sldMk cId="603633296" sldId="509"/>
            <ac:spMk id="3" creationId="{7AD2AE2B-E44F-10C3-8235-42A6DEA916ED}"/>
          </ac:spMkLst>
        </pc:spChg>
      </pc:sldChg>
      <pc:sldChg chg="modSp">
        <pc:chgData name="Peter Worth" userId="36bd9be7-63e8-49ff-9300-4baccca301a5" providerId="ADAL" clId="{0638F448-CAE8-A94A-A213-0B539D94DE93}" dt="2025-04-29T13:41:50.135" v="32"/>
        <pc:sldMkLst>
          <pc:docMk/>
          <pc:sldMk cId="4126844634" sldId="510"/>
        </pc:sldMkLst>
        <pc:spChg chg="mod">
          <ac:chgData name="Peter Worth" userId="36bd9be7-63e8-49ff-9300-4baccca301a5" providerId="ADAL" clId="{0638F448-CAE8-A94A-A213-0B539D94DE93}" dt="2025-04-29T13:41:50.135" v="32"/>
          <ac:spMkLst>
            <pc:docMk/>
            <pc:sldMk cId="4126844634" sldId="510"/>
            <ac:spMk id="2" creationId="{9E6CBEA2-6E3F-ADEB-BE34-AA6EDB0DB8D9}"/>
          </ac:spMkLst>
        </pc:spChg>
        <pc:spChg chg="mod">
          <ac:chgData name="Peter Worth" userId="36bd9be7-63e8-49ff-9300-4baccca301a5" providerId="ADAL" clId="{0638F448-CAE8-A94A-A213-0B539D94DE93}" dt="2025-04-29T13:41:50.135" v="32"/>
          <ac:spMkLst>
            <pc:docMk/>
            <pc:sldMk cId="4126844634" sldId="510"/>
            <ac:spMk id="3" creationId="{130B5C23-C452-F549-294A-C8F374C76C2A}"/>
          </ac:spMkLst>
        </pc:spChg>
      </pc:sldChg>
      <pc:sldChg chg="modSp">
        <pc:chgData name="Peter Worth" userId="36bd9be7-63e8-49ff-9300-4baccca301a5" providerId="ADAL" clId="{0638F448-CAE8-A94A-A213-0B539D94DE93}" dt="2025-04-29T13:41:50.135" v="32"/>
        <pc:sldMkLst>
          <pc:docMk/>
          <pc:sldMk cId="1881528698" sldId="511"/>
        </pc:sldMkLst>
        <pc:spChg chg="mod">
          <ac:chgData name="Peter Worth" userId="36bd9be7-63e8-49ff-9300-4baccca301a5" providerId="ADAL" clId="{0638F448-CAE8-A94A-A213-0B539D94DE93}" dt="2025-04-29T13:41:50.135" v="32"/>
          <ac:spMkLst>
            <pc:docMk/>
            <pc:sldMk cId="1881528698" sldId="511"/>
            <ac:spMk id="2" creationId="{89B6D700-19D4-DEA3-4310-00AA5DCE939C}"/>
          </ac:spMkLst>
        </pc:spChg>
        <pc:spChg chg="mod">
          <ac:chgData name="Peter Worth" userId="36bd9be7-63e8-49ff-9300-4baccca301a5" providerId="ADAL" clId="{0638F448-CAE8-A94A-A213-0B539D94DE93}" dt="2025-04-29T13:41:50.135" v="32"/>
          <ac:spMkLst>
            <pc:docMk/>
            <pc:sldMk cId="1881528698" sldId="511"/>
            <ac:spMk id="3" creationId="{7BBB3373-5544-6219-4B7D-F2444425AEC2}"/>
          </ac:spMkLst>
        </pc:spChg>
      </pc:sldChg>
      <pc:sldChg chg="modSp">
        <pc:chgData name="Peter Worth" userId="36bd9be7-63e8-49ff-9300-4baccca301a5" providerId="ADAL" clId="{0638F448-CAE8-A94A-A213-0B539D94DE93}" dt="2025-04-29T13:41:50.135" v="32"/>
        <pc:sldMkLst>
          <pc:docMk/>
          <pc:sldMk cId="2620738599" sldId="512"/>
        </pc:sldMkLst>
        <pc:spChg chg="mod">
          <ac:chgData name="Peter Worth" userId="36bd9be7-63e8-49ff-9300-4baccca301a5" providerId="ADAL" clId="{0638F448-CAE8-A94A-A213-0B539D94DE93}" dt="2025-04-29T13:41:50.135" v="32"/>
          <ac:spMkLst>
            <pc:docMk/>
            <pc:sldMk cId="2620738599" sldId="512"/>
            <ac:spMk id="2" creationId="{3F6D5EC0-DF35-F2A6-0FA0-D7254E9B06DA}"/>
          </ac:spMkLst>
        </pc:spChg>
        <pc:spChg chg="mod">
          <ac:chgData name="Peter Worth" userId="36bd9be7-63e8-49ff-9300-4baccca301a5" providerId="ADAL" clId="{0638F448-CAE8-A94A-A213-0B539D94DE93}" dt="2025-04-29T13:41:50.135" v="32"/>
          <ac:spMkLst>
            <pc:docMk/>
            <pc:sldMk cId="2620738599" sldId="512"/>
            <ac:spMk id="3" creationId="{2C0A9480-0BED-319A-9F05-E2493ACA24D0}"/>
          </ac:spMkLst>
        </pc:spChg>
      </pc:sldChg>
      <pc:sldChg chg="addSp modSp">
        <pc:chgData name="Peter Worth" userId="36bd9be7-63e8-49ff-9300-4baccca301a5" providerId="ADAL" clId="{0638F448-CAE8-A94A-A213-0B539D94DE93}" dt="2025-04-29T13:41:50.135" v="32"/>
        <pc:sldMkLst>
          <pc:docMk/>
          <pc:sldMk cId="153713017" sldId="513"/>
        </pc:sldMkLst>
        <pc:spChg chg="add mod">
          <ac:chgData name="Peter Worth" userId="36bd9be7-63e8-49ff-9300-4baccca301a5" providerId="ADAL" clId="{0638F448-CAE8-A94A-A213-0B539D94DE93}" dt="2025-04-29T13:33:27.698" v="0"/>
          <ac:spMkLst>
            <pc:docMk/>
            <pc:sldMk cId="153713017" sldId="513"/>
            <ac:spMk id="4" creationId="{2A100F43-E14C-ECEA-D7CE-AF0430558CC0}"/>
          </ac:spMkLst>
        </pc:spChg>
        <pc:spChg chg="add mod">
          <ac:chgData name="Peter Worth" userId="36bd9be7-63e8-49ff-9300-4baccca301a5" providerId="ADAL" clId="{0638F448-CAE8-A94A-A213-0B539D94DE93}" dt="2025-04-29T13:34:34.645" v="1"/>
          <ac:spMkLst>
            <pc:docMk/>
            <pc:sldMk cId="153713017" sldId="513"/>
            <ac:spMk id="5" creationId="{02564FD8-2E28-083F-608F-FB2B42DB936D}"/>
          </ac:spMkLst>
        </pc:spChg>
        <pc:spChg chg="add mod">
          <ac:chgData name="Peter Worth" userId="36bd9be7-63e8-49ff-9300-4baccca301a5" providerId="ADAL" clId="{0638F448-CAE8-A94A-A213-0B539D94DE93}" dt="2025-04-29T13:35:40.241" v="2"/>
          <ac:spMkLst>
            <pc:docMk/>
            <pc:sldMk cId="153713017" sldId="513"/>
            <ac:spMk id="6" creationId="{B8644111-65E2-062C-E826-C71E729A761A}"/>
          </ac:spMkLst>
        </pc:spChg>
        <pc:spChg chg="add mod">
          <ac:chgData name="Peter Worth" userId="36bd9be7-63e8-49ff-9300-4baccca301a5" providerId="ADAL" clId="{0638F448-CAE8-A94A-A213-0B539D94DE93}" dt="2025-04-29T13:41:50.135" v="32"/>
          <ac:spMkLst>
            <pc:docMk/>
            <pc:sldMk cId="153713017" sldId="513"/>
            <ac:spMk id="7" creationId="{BC18E30C-D9EE-91E3-C7FA-0E2C82E488CA}"/>
          </ac:spMkLst>
        </pc:spChg>
      </pc:sldChg>
      <pc:sldChg chg="addSp modSp">
        <pc:chgData name="Peter Worth" userId="36bd9be7-63e8-49ff-9300-4baccca301a5" providerId="ADAL" clId="{0638F448-CAE8-A94A-A213-0B539D94DE93}" dt="2025-04-29T13:41:50.135" v="32"/>
        <pc:sldMkLst>
          <pc:docMk/>
          <pc:sldMk cId="0" sldId="514"/>
        </pc:sldMkLst>
        <pc:spChg chg="add mod">
          <ac:chgData name="Peter Worth" userId="36bd9be7-63e8-49ff-9300-4baccca301a5" providerId="ADAL" clId="{0638F448-CAE8-A94A-A213-0B539D94DE93}" dt="2025-04-29T13:33:27.698" v="0"/>
          <ac:spMkLst>
            <pc:docMk/>
            <pc:sldMk cId="0" sldId="514"/>
            <ac:spMk id="2" creationId="{DE5ADDC8-E5F1-2889-F3A7-FD363C427FA9}"/>
          </ac:spMkLst>
        </pc:spChg>
        <pc:spChg chg="add mod">
          <ac:chgData name="Peter Worth" userId="36bd9be7-63e8-49ff-9300-4baccca301a5" providerId="ADAL" clId="{0638F448-CAE8-A94A-A213-0B539D94DE93}" dt="2025-04-29T13:34:34.645" v="1"/>
          <ac:spMkLst>
            <pc:docMk/>
            <pc:sldMk cId="0" sldId="514"/>
            <ac:spMk id="3" creationId="{207F9D93-71F6-5B1D-F285-8C9023DCAC83}"/>
          </ac:spMkLst>
        </pc:spChg>
        <pc:spChg chg="add mod">
          <ac:chgData name="Peter Worth" userId="36bd9be7-63e8-49ff-9300-4baccca301a5" providerId="ADAL" clId="{0638F448-CAE8-A94A-A213-0B539D94DE93}" dt="2025-04-29T13:35:40.241" v="2"/>
          <ac:spMkLst>
            <pc:docMk/>
            <pc:sldMk cId="0" sldId="514"/>
            <ac:spMk id="4" creationId="{D4090426-945B-6640-945A-128CECE61C77}"/>
          </ac:spMkLst>
        </pc:spChg>
        <pc:spChg chg="add mod">
          <ac:chgData name="Peter Worth" userId="36bd9be7-63e8-49ff-9300-4baccca301a5" providerId="ADAL" clId="{0638F448-CAE8-A94A-A213-0B539D94DE93}" dt="2025-04-29T13:41:50.135" v="32"/>
          <ac:spMkLst>
            <pc:docMk/>
            <pc:sldMk cId="0" sldId="514"/>
            <ac:spMk id="5" creationId="{EF1DC82A-E3E6-02BB-4504-1BC5E7085A75}"/>
          </ac:spMkLst>
        </pc:spChg>
      </pc:sldChg>
      <pc:sldChg chg="addSp modSp">
        <pc:chgData name="Peter Worth" userId="36bd9be7-63e8-49ff-9300-4baccca301a5" providerId="ADAL" clId="{0638F448-CAE8-A94A-A213-0B539D94DE93}" dt="2025-04-29T13:41:50.135" v="32"/>
        <pc:sldMkLst>
          <pc:docMk/>
          <pc:sldMk cId="0" sldId="515"/>
        </pc:sldMkLst>
        <pc:spChg chg="add mod">
          <ac:chgData name="Peter Worth" userId="36bd9be7-63e8-49ff-9300-4baccca301a5" providerId="ADAL" clId="{0638F448-CAE8-A94A-A213-0B539D94DE93}" dt="2025-04-29T13:33:27.698" v="0"/>
          <ac:spMkLst>
            <pc:docMk/>
            <pc:sldMk cId="0" sldId="515"/>
            <ac:spMk id="2" creationId="{D964199C-8001-622F-F11D-2443D4505CE6}"/>
          </ac:spMkLst>
        </pc:spChg>
        <pc:spChg chg="add mod">
          <ac:chgData name="Peter Worth" userId="36bd9be7-63e8-49ff-9300-4baccca301a5" providerId="ADAL" clId="{0638F448-CAE8-A94A-A213-0B539D94DE93}" dt="2025-04-29T13:34:34.645" v="1"/>
          <ac:spMkLst>
            <pc:docMk/>
            <pc:sldMk cId="0" sldId="515"/>
            <ac:spMk id="3" creationId="{DE94C6FF-6CF1-B59B-17FF-812E760267AA}"/>
          </ac:spMkLst>
        </pc:spChg>
        <pc:spChg chg="add mod">
          <ac:chgData name="Peter Worth" userId="36bd9be7-63e8-49ff-9300-4baccca301a5" providerId="ADAL" clId="{0638F448-CAE8-A94A-A213-0B539D94DE93}" dt="2025-04-29T13:35:40.241" v="2"/>
          <ac:spMkLst>
            <pc:docMk/>
            <pc:sldMk cId="0" sldId="515"/>
            <ac:spMk id="4" creationId="{3993CD66-480A-7C9F-F8F0-9655BE684741}"/>
          </ac:spMkLst>
        </pc:spChg>
        <pc:spChg chg="add mod">
          <ac:chgData name="Peter Worth" userId="36bd9be7-63e8-49ff-9300-4baccca301a5" providerId="ADAL" clId="{0638F448-CAE8-A94A-A213-0B539D94DE93}" dt="2025-04-29T13:41:50.135" v="32"/>
          <ac:spMkLst>
            <pc:docMk/>
            <pc:sldMk cId="0" sldId="515"/>
            <ac:spMk id="5" creationId="{880387D7-18EC-D5DD-C242-66D822589B0E}"/>
          </ac:spMkLst>
        </pc:spChg>
      </pc:sldChg>
      <pc:sldChg chg="addSp modSp">
        <pc:chgData name="Peter Worth" userId="36bd9be7-63e8-49ff-9300-4baccca301a5" providerId="ADAL" clId="{0638F448-CAE8-A94A-A213-0B539D94DE93}" dt="2025-04-29T13:41:50.135" v="32"/>
        <pc:sldMkLst>
          <pc:docMk/>
          <pc:sldMk cId="2814769279" sldId="516"/>
        </pc:sldMkLst>
        <pc:spChg chg="add mod">
          <ac:chgData name="Peter Worth" userId="36bd9be7-63e8-49ff-9300-4baccca301a5" providerId="ADAL" clId="{0638F448-CAE8-A94A-A213-0B539D94DE93}" dt="2025-04-29T13:33:27.698" v="0"/>
          <ac:spMkLst>
            <pc:docMk/>
            <pc:sldMk cId="2814769279" sldId="516"/>
            <ac:spMk id="4" creationId="{46B54090-ED9D-8286-7088-0CE8F71C72A1}"/>
          </ac:spMkLst>
        </pc:spChg>
        <pc:spChg chg="add mod">
          <ac:chgData name="Peter Worth" userId="36bd9be7-63e8-49ff-9300-4baccca301a5" providerId="ADAL" clId="{0638F448-CAE8-A94A-A213-0B539D94DE93}" dt="2025-04-29T13:34:34.645" v="1"/>
          <ac:spMkLst>
            <pc:docMk/>
            <pc:sldMk cId="2814769279" sldId="516"/>
            <ac:spMk id="5" creationId="{FC09EFCA-D8AC-A26A-EE6A-4D961EB6C5BF}"/>
          </ac:spMkLst>
        </pc:spChg>
        <pc:spChg chg="add mod">
          <ac:chgData name="Peter Worth" userId="36bd9be7-63e8-49ff-9300-4baccca301a5" providerId="ADAL" clId="{0638F448-CAE8-A94A-A213-0B539D94DE93}" dt="2025-04-29T13:35:40.241" v="2"/>
          <ac:spMkLst>
            <pc:docMk/>
            <pc:sldMk cId="2814769279" sldId="516"/>
            <ac:spMk id="6" creationId="{815E63E1-CC86-B1B8-F19E-E90E8099AF53}"/>
          </ac:spMkLst>
        </pc:spChg>
        <pc:spChg chg="add mod">
          <ac:chgData name="Peter Worth" userId="36bd9be7-63e8-49ff-9300-4baccca301a5" providerId="ADAL" clId="{0638F448-CAE8-A94A-A213-0B539D94DE93}" dt="2025-04-29T13:41:50.135" v="32"/>
          <ac:spMkLst>
            <pc:docMk/>
            <pc:sldMk cId="2814769279" sldId="516"/>
            <ac:spMk id="7" creationId="{FD8C97EC-027B-D04D-F243-55F3EA45A642}"/>
          </ac:spMkLst>
        </pc:spChg>
      </pc:sldChg>
      <pc:sldChg chg="addSp modSp">
        <pc:chgData name="Peter Worth" userId="36bd9be7-63e8-49ff-9300-4baccca301a5" providerId="ADAL" clId="{0638F448-CAE8-A94A-A213-0B539D94DE93}" dt="2025-04-29T13:41:50.135" v="32"/>
        <pc:sldMkLst>
          <pc:docMk/>
          <pc:sldMk cId="4085826218" sldId="517"/>
        </pc:sldMkLst>
        <pc:spChg chg="add mod">
          <ac:chgData name="Peter Worth" userId="36bd9be7-63e8-49ff-9300-4baccca301a5" providerId="ADAL" clId="{0638F448-CAE8-A94A-A213-0B539D94DE93}" dt="2025-04-29T13:33:27.698" v="0"/>
          <ac:spMkLst>
            <pc:docMk/>
            <pc:sldMk cId="4085826218" sldId="517"/>
            <ac:spMk id="2" creationId="{90AD0747-226A-A85B-93FF-CDA670FA2F45}"/>
          </ac:spMkLst>
        </pc:spChg>
        <pc:spChg chg="add mod">
          <ac:chgData name="Peter Worth" userId="36bd9be7-63e8-49ff-9300-4baccca301a5" providerId="ADAL" clId="{0638F448-CAE8-A94A-A213-0B539D94DE93}" dt="2025-04-29T13:34:34.645" v="1"/>
          <ac:spMkLst>
            <pc:docMk/>
            <pc:sldMk cId="4085826218" sldId="517"/>
            <ac:spMk id="4" creationId="{09D24ED3-D28E-444D-1858-8F03508FBD94}"/>
          </ac:spMkLst>
        </pc:spChg>
        <pc:spChg chg="add mod">
          <ac:chgData name="Peter Worth" userId="36bd9be7-63e8-49ff-9300-4baccca301a5" providerId="ADAL" clId="{0638F448-CAE8-A94A-A213-0B539D94DE93}" dt="2025-04-29T13:35:40.241" v="2"/>
          <ac:spMkLst>
            <pc:docMk/>
            <pc:sldMk cId="4085826218" sldId="517"/>
            <ac:spMk id="6" creationId="{E15A1176-DF80-59CF-25BF-D25BE051AD70}"/>
          </ac:spMkLst>
        </pc:spChg>
        <pc:spChg chg="add mod">
          <ac:chgData name="Peter Worth" userId="36bd9be7-63e8-49ff-9300-4baccca301a5" providerId="ADAL" clId="{0638F448-CAE8-A94A-A213-0B539D94DE93}" dt="2025-04-29T13:41:50.135" v="32"/>
          <ac:spMkLst>
            <pc:docMk/>
            <pc:sldMk cId="4085826218" sldId="517"/>
            <ac:spMk id="7" creationId="{6707CD81-A19F-DE0A-EE73-81243634FFCA}"/>
          </ac:spMkLst>
        </pc:spChg>
      </pc:sldChg>
      <pc:sldChg chg="addSp modSp">
        <pc:chgData name="Peter Worth" userId="36bd9be7-63e8-49ff-9300-4baccca301a5" providerId="ADAL" clId="{0638F448-CAE8-A94A-A213-0B539D94DE93}" dt="2025-04-29T13:41:50.135" v="32"/>
        <pc:sldMkLst>
          <pc:docMk/>
          <pc:sldMk cId="3016689903" sldId="518"/>
        </pc:sldMkLst>
        <pc:spChg chg="add mod">
          <ac:chgData name="Peter Worth" userId="36bd9be7-63e8-49ff-9300-4baccca301a5" providerId="ADAL" clId="{0638F448-CAE8-A94A-A213-0B539D94DE93}" dt="2025-04-29T13:33:27.698" v="0"/>
          <ac:spMkLst>
            <pc:docMk/>
            <pc:sldMk cId="3016689903" sldId="518"/>
            <ac:spMk id="2" creationId="{77640000-AA3A-ECEA-C581-DA6BF5CFAB3A}"/>
          </ac:spMkLst>
        </pc:spChg>
        <pc:spChg chg="add mod">
          <ac:chgData name="Peter Worth" userId="36bd9be7-63e8-49ff-9300-4baccca301a5" providerId="ADAL" clId="{0638F448-CAE8-A94A-A213-0B539D94DE93}" dt="2025-04-29T13:34:34.645" v="1"/>
          <ac:spMkLst>
            <pc:docMk/>
            <pc:sldMk cId="3016689903" sldId="518"/>
            <ac:spMk id="5" creationId="{E22113FF-6260-3FE7-74D4-C49C54117757}"/>
          </ac:spMkLst>
        </pc:spChg>
        <pc:spChg chg="add mod">
          <ac:chgData name="Peter Worth" userId="36bd9be7-63e8-49ff-9300-4baccca301a5" providerId="ADAL" clId="{0638F448-CAE8-A94A-A213-0B539D94DE93}" dt="2025-04-29T13:35:40.241" v="2"/>
          <ac:spMkLst>
            <pc:docMk/>
            <pc:sldMk cId="3016689903" sldId="518"/>
            <ac:spMk id="6" creationId="{33389654-7E3E-BD0C-F399-93CA36BB9C0B}"/>
          </ac:spMkLst>
        </pc:spChg>
        <pc:spChg chg="add mod">
          <ac:chgData name="Peter Worth" userId="36bd9be7-63e8-49ff-9300-4baccca301a5" providerId="ADAL" clId="{0638F448-CAE8-A94A-A213-0B539D94DE93}" dt="2025-04-29T13:41:50.135" v="32"/>
          <ac:spMkLst>
            <pc:docMk/>
            <pc:sldMk cId="3016689903" sldId="518"/>
            <ac:spMk id="7" creationId="{3470184A-005A-FC15-D239-AAF60CF4A5A6}"/>
          </ac:spMkLst>
        </pc:spChg>
      </pc:sldChg>
      <pc:sldChg chg="addSp modSp mod">
        <pc:chgData name="Peter Worth" userId="36bd9be7-63e8-49ff-9300-4baccca301a5" providerId="ADAL" clId="{0638F448-CAE8-A94A-A213-0B539D94DE93}" dt="2025-04-29T13:41:50.135" v="32"/>
        <pc:sldMkLst>
          <pc:docMk/>
          <pc:sldMk cId="2570062966" sldId="520"/>
        </pc:sldMkLst>
        <pc:spChg chg="mod">
          <ac:chgData name="Peter Worth" userId="36bd9be7-63e8-49ff-9300-4baccca301a5" providerId="ADAL" clId="{0638F448-CAE8-A94A-A213-0B539D94DE93}" dt="2025-04-29T13:41:50.135" v="32"/>
          <ac:spMkLst>
            <pc:docMk/>
            <pc:sldMk cId="2570062966" sldId="520"/>
            <ac:spMk id="2" creationId="{800D40DD-164B-1541-AA5A-F43FFA7E3369}"/>
          </ac:spMkLst>
        </pc:spChg>
        <pc:spChg chg="mod">
          <ac:chgData name="Peter Worth" userId="36bd9be7-63e8-49ff-9300-4baccca301a5" providerId="ADAL" clId="{0638F448-CAE8-A94A-A213-0B539D94DE93}" dt="2025-04-29T13:41:50.135" v="32"/>
          <ac:spMkLst>
            <pc:docMk/>
            <pc:sldMk cId="2570062966" sldId="520"/>
            <ac:spMk id="3" creationId="{1BCE456C-FF3C-0609-F5D9-2839A2F5F396}"/>
          </ac:spMkLst>
        </pc:spChg>
        <pc:spChg chg="add mod">
          <ac:chgData name="Peter Worth" userId="36bd9be7-63e8-49ff-9300-4baccca301a5" providerId="ADAL" clId="{0638F448-CAE8-A94A-A213-0B539D94DE93}" dt="2025-04-29T13:33:27.698" v="0"/>
          <ac:spMkLst>
            <pc:docMk/>
            <pc:sldMk cId="2570062966" sldId="520"/>
            <ac:spMk id="4" creationId="{1F7BE067-833A-FD61-790A-E166DEC34916}"/>
          </ac:spMkLst>
        </pc:spChg>
        <pc:spChg chg="add mod">
          <ac:chgData name="Peter Worth" userId="36bd9be7-63e8-49ff-9300-4baccca301a5" providerId="ADAL" clId="{0638F448-CAE8-A94A-A213-0B539D94DE93}" dt="2025-04-29T13:34:34.645" v="1"/>
          <ac:spMkLst>
            <pc:docMk/>
            <pc:sldMk cId="2570062966" sldId="520"/>
            <ac:spMk id="5" creationId="{BC7D7047-FE6F-2C0B-A370-9B721C638CAB}"/>
          </ac:spMkLst>
        </pc:spChg>
        <pc:spChg chg="add mod">
          <ac:chgData name="Peter Worth" userId="36bd9be7-63e8-49ff-9300-4baccca301a5" providerId="ADAL" clId="{0638F448-CAE8-A94A-A213-0B539D94DE93}" dt="2025-04-29T13:35:40.241" v="2"/>
          <ac:spMkLst>
            <pc:docMk/>
            <pc:sldMk cId="2570062966" sldId="520"/>
            <ac:spMk id="6" creationId="{1DA643E5-22E8-253A-07C7-A912427C7B27}"/>
          </ac:spMkLst>
        </pc:spChg>
        <pc:spChg chg="add mod">
          <ac:chgData name="Peter Worth" userId="36bd9be7-63e8-49ff-9300-4baccca301a5" providerId="ADAL" clId="{0638F448-CAE8-A94A-A213-0B539D94DE93}" dt="2025-04-29T13:41:50.135" v="32"/>
          <ac:spMkLst>
            <pc:docMk/>
            <pc:sldMk cId="2570062966" sldId="520"/>
            <ac:spMk id="7" creationId="{A6E245FF-08CD-DEB2-0E4D-6BBE4CA39CEB}"/>
          </ac:spMkLst>
        </pc:spChg>
      </pc:sldChg>
      <pc:sldMasterChg chg="modSldLayout">
        <pc:chgData name="Peter Worth" userId="36bd9be7-63e8-49ff-9300-4baccca301a5" providerId="ADAL" clId="{0638F448-CAE8-A94A-A213-0B539D94DE93}" dt="2025-04-29T13:38:24.804" v="7" actId="1076"/>
        <pc:sldMasterMkLst>
          <pc:docMk/>
          <pc:sldMasterMk cId="1962655418" sldId="2147483703"/>
        </pc:sldMasterMkLst>
        <pc:sldLayoutChg chg="modSp">
          <pc:chgData name="Peter Worth" userId="36bd9be7-63e8-49ff-9300-4baccca301a5" providerId="ADAL" clId="{0638F448-CAE8-A94A-A213-0B539D94DE93}" dt="2025-04-29T13:37:41.291" v="4"/>
          <pc:sldLayoutMkLst>
            <pc:docMk/>
            <pc:sldMasterMk cId="1962655418" sldId="2147483703"/>
            <pc:sldLayoutMk cId="3209623430" sldId="2147483706"/>
          </pc:sldLayoutMkLst>
          <pc:spChg chg="mod">
            <ac:chgData name="Peter Worth" userId="36bd9be7-63e8-49ff-9300-4baccca301a5" providerId="ADAL" clId="{0638F448-CAE8-A94A-A213-0B539D94DE93}" dt="2025-04-29T13:37:41.291" v="4"/>
            <ac:spMkLst>
              <pc:docMk/>
              <pc:sldMasterMk cId="1962655418" sldId="2147483703"/>
              <pc:sldLayoutMk cId="3209623430" sldId="2147483706"/>
              <ac:spMk id="4" creationId="{00000000-0000-0000-0000-000000000000}"/>
            </ac:spMkLst>
          </pc:spChg>
        </pc:sldLayoutChg>
        <pc:sldLayoutChg chg="modSp">
          <pc:chgData name="Peter Worth" userId="36bd9be7-63e8-49ff-9300-4baccca301a5" providerId="ADAL" clId="{0638F448-CAE8-A94A-A213-0B539D94DE93}" dt="2025-04-29T13:37:56.990" v="5"/>
          <pc:sldLayoutMkLst>
            <pc:docMk/>
            <pc:sldMasterMk cId="1962655418" sldId="2147483703"/>
            <pc:sldLayoutMk cId="932320774" sldId="2147483711"/>
          </pc:sldLayoutMkLst>
          <pc:spChg chg="mod">
            <ac:chgData name="Peter Worth" userId="36bd9be7-63e8-49ff-9300-4baccca301a5" providerId="ADAL" clId="{0638F448-CAE8-A94A-A213-0B539D94DE93}" dt="2025-04-29T13:37:56.990" v="5"/>
            <ac:spMkLst>
              <pc:docMk/>
              <pc:sldMasterMk cId="1962655418" sldId="2147483703"/>
              <pc:sldLayoutMk cId="932320774" sldId="2147483711"/>
              <ac:spMk id="5" creationId="{00000000-0000-0000-0000-000000000000}"/>
            </ac:spMkLst>
          </pc:spChg>
        </pc:sldLayoutChg>
        <pc:sldLayoutChg chg="modSp mod">
          <pc:chgData name="Peter Worth" userId="36bd9be7-63e8-49ff-9300-4baccca301a5" providerId="ADAL" clId="{0638F448-CAE8-A94A-A213-0B539D94DE93}" dt="2025-04-29T13:38:24.804" v="7" actId="1076"/>
          <pc:sldLayoutMkLst>
            <pc:docMk/>
            <pc:sldMasterMk cId="1962655418" sldId="2147483703"/>
            <pc:sldLayoutMk cId="3954578318" sldId="2147483729"/>
          </pc:sldLayoutMkLst>
          <pc:spChg chg="mod">
            <ac:chgData name="Peter Worth" userId="36bd9be7-63e8-49ff-9300-4baccca301a5" providerId="ADAL" clId="{0638F448-CAE8-A94A-A213-0B539D94DE93}" dt="2025-04-29T13:38:24.804" v="7" actId="1076"/>
            <ac:spMkLst>
              <pc:docMk/>
              <pc:sldMasterMk cId="1962655418" sldId="2147483703"/>
              <pc:sldLayoutMk cId="3954578318" sldId="2147483729"/>
              <ac:spMk id="3" creationId="{00000000-0000-0000-0000-000000000000}"/>
            </ac:spMkLst>
          </pc:spChg>
        </pc:sldLayoutChg>
      </pc:sldMasterChg>
      <pc:sldMasterChg chg="addSp modSldLayout">
        <pc:chgData name="Peter Worth" userId="36bd9be7-63e8-49ff-9300-4baccca301a5" providerId="ADAL" clId="{0638F448-CAE8-A94A-A213-0B539D94DE93}" dt="2025-04-29T13:41:35.639" v="22"/>
        <pc:sldMasterMkLst>
          <pc:docMk/>
          <pc:sldMasterMk cId="2214493569" sldId="2147483747"/>
        </pc:sldMasterMkLst>
        <pc:spChg chg="add">
          <ac:chgData name="Peter Worth" userId="36bd9be7-63e8-49ff-9300-4baccca301a5" providerId="ADAL" clId="{0638F448-CAE8-A94A-A213-0B539D94DE93}" dt="2025-04-29T13:41:27.134" v="13"/>
          <ac:spMkLst>
            <pc:docMk/>
            <pc:sldMasterMk cId="2214493569" sldId="2147483747"/>
            <ac:spMk id="8" creationId="{8B753673-D2D1-679E-C0A7-A79E8B87DB71}"/>
          </ac:spMkLst>
        </pc:spChg>
        <pc:picChg chg="add">
          <ac:chgData name="Peter Worth" userId="36bd9be7-63e8-49ff-9300-4baccca301a5" providerId="ADAL" clId="{0638F448-CAE8-A94A-A213-0B539D94DE93}" dt="2025-04-29T13:41:27.134" v="13"/>
          <ac:picMkLst>
            <pc:docMk/>
            <pc:sldMasterMk cId="2214493569" sldId="2147483747"/>
            <ac:picMk id="10" creationId="{B834358B-C94C-0DF9-77B1-9F1125B94B8D}"/>
          </ac:picMkLst>
        </pc:picChg>
        <pc:cxnChg chg="add">
          <ac:chgData name="Peter Worth" userId="36bd9be7-63e8-49ff-9300-4baccca301a5" providerId="ADAL" clId="{0638F448-CAE8-A94A-A213-0B539D94DE93}" dt="2025-04-29T13:41:27.134" v="13"/>
          <ac:cxnSpMkLst>
            <pc:docMk/>
            <pc:sldMasterMk cId="2214493569" sldId="2147483747"/>
            <ac:cxnSpMk id="9" creationId="{7109093F-2CEE-896A-3B5A-B1EBDCD6732D}"/>
          </ac:cxnSpMkLst>
        </pc:cxnChg>
        <pc:sldLayoutChg chg="addSp">
          <pc:chgData name="Peter Worth" userId="36bd9be7-63e8-49ff-9300-4baccca301a5" providerId="ADAL" clId="{0638F448-CAE8-A94A-A213-0B539D94DE93}" dt="2025-04-29T13:41:27.134" v="13"/>
          <pc:sldLayoutMkLst>
            <pc:docMk/>
            <pc:sldMasterMk cId="2214493569" sldId="2147483747"/>
            <pc:sldLayoutMk cId="1821460448" sldId="2147483748"/>
          </pc:sldLayoutMkLst>
          <pc:spChg chg="add">
            <ac:chgData name="Peter Worth" userId="36bd9be7-63e8-49ff-9300-4baccca301a5" providerId="ADAL" clId="{0638F448-CAE8-A94A-A213-0B539D94DE93}" dt="2025-04-29T13:41:27.134" v="13"/>
            <ac:spMkLst>
              <pc:docMk/>
              <pc:sldMasterMk cId="2214493569" sldId="2147483747"/>
              <pc:sldLayoutMk cId="1821460448" sldId="2147483748"/>
              <ac:spMk id="5" creationId="{745BBF74-D699-16C4-26D5-7ADE803EEFE8}"/>
            </ac:spMkLst>
          </pc:spChg>
        </pc:sldLayoutChg>
        <pc:sldLayoutChg chg="addSp">
          <pc:chgData name="Peter Worth" userId="36bd9be7-63e8-49ff-9300-4baccca301a5" providerId="ADAL" clId="{0638F448-CAE8-A94A-A213-0B539D94DE93}" dt="2025-04-29T13:41:27.134" v="13"/>
          <pc:sldLayoutMkLst>
            <pc:docMk/>
            <pc:sldMasterMk cId="2214493569" sldId="2147483747"/>
            <pc:sldLayoutMk cId="2521319439" sldId="2147483750"/>
          </pc:sldLayoutMkLst>
          <pc:spChg chg="add">
            <ac:chgData name="Peter Worth" userId="36bd9be7-63e8-49ff-9300-4baccca301a5" providerId="ADAL" clId="{0638F448-CAE8-A94A-A213-0B539D94DE93}" dt="2025-04-29T13:41:27.134" v="13"/>
            <ac:spMkLst>
              <pc:docMk/>
              <pc:sldMasterMk cId="2214493569" sldId="2147483747"/>
              <pc:sldLayoutMk cId="2521319439" sldId="2147483750"/>
              <ac:spMk id="18" creationId="{3E68F7C4-43FA-E0D0-0AE0-2A9DB2AABFFF}"/>
            </ac:spMkLst>
          </pc:spChg>
          <pc:grpChg chg="add">
            <ac:chgData name="Peter Worth" userId="36bd9be7-63e8-49ff-9300-4baccca301a5" providerId="ADAL" clId="{0638F448-CAE8-A94A-A213-0B539D94DE93}" dt="2025-04-29T13:41:27.134" v="13"/>
            <ac:grpSpMkLst>
              <pc:docMk/>
              <pc:sldMasterMk cId="2214493569" sldId="2147483747"/>
              <pc:sldLayoutMk cId="2521319439" sldId="2147483750"/>
              <ac:grpSpMk id="7" creationId="{C6C4EE44-6E82-E73B-0E77-3F6C6DD8DE72}"/>
            </ac:grpSpMkLst>
          </pc:grpChg>
        </pc:sldLayoutChg>
        <pc:sldLayoutChg chg="addSp">
          <pc:chgData name="Peter Worth" userId="36bd9be7-63e8-49ff-9300-4baccca301a5" providerId="ADAL" clId="{0638F448-CAE8-A94A-A213-0B539D94DE93}" dt="2025-04-29T13:41:27.134" v="13"/>
          <pc:sldLayoutMkLst>
            <pc:docMk/>
            <pc:sldMasterMk cId="2214493569" sldId="2147483747"/>
            <pc:sldLayoutMk cId="2641514972" sldId="2147483754"/>
          </pc:sldLayoutMkLst>
          <pc:spChg chg="add">
            <ac:chgData name="Peter Worth" userId="36bd9be7-63e8-49ff-9300-4baccca301a5" providerId="ADAL" clId="{0638F448-CAE8-A94A-A213-0B539D94DE93}" dt="2025-04-29T13:41:27.134" v="13"/>
            <ac:spMkLst>
              <pc:docMk/>
              <pc:sldMasterMk cId="2214493569" sldId="2147483747"/>
              <pc:sldLayoutMk cId="2641514972" sldId="2147483754"/>
              <ac:spMk id="5" creationId="{717F2665-C557-5F79-DC27-4C9EE00A8885}"/>
            </ac:spMkLst>
          </pc:spChg>
          <pc:picChg chg="add">
            <ac:chgData name="Peter Worth" userId="36bd9be7-63e8-49ff-9300-4baccca301a5" providerId="ADAL" clId="{0638F448-CAE8-A94A-A213-0B539D94DE93}" dt="2025-04-29T13:41:27.134" v="13"/>
            <ac:picMkLst>
              <pc:docMk/>
              <pc:sldMasterMk cId="2214493569" sldId="2147483747"/>
              <pc:sldLayoutMk cId="2641514972" sldId="2147483754"/>
              <ac:picMk id="6" creationId="{77FB5E82-FB6D-33C0-257D-0D9065BD2C2D}"/>
            </ac:picMkLst>
          </pc:picChg>
        </pc:sldLayoutChg>
        <pc:sldLayoutChg chg="addSp">
          <pc:chgData name="Peter Worth" userId="36bd9be7-63e8-49ff-9300-4baccca301a5" providerId="ADAL" clId="{0638F448-CAE8-A94A-A213-0B539D94DE93}" dt="2025-04-29T13:41:27.134" v="13"/>
          <pc:sldLayoutMkLst>
            <pc:docMk/>
            <pc:sldMasterMk cId="2214493569" sldId="2147483747"/>
            <pc:sldLayoutMk cId="1436806760" sldId="2147483755"/>
          </pc:sldLayoutMkLst>
          <pc:spChg chg="add">
            <ac:chgData name="Peter Worth" userId="36bd9be7-63e8-49ff-9300-4baccca301a5" providerId="ADAL" clId="{0638F448-CAE8-A94A-A213-0B539D94DE93}" dt="2025-04-29T13:41:27.134" v="13"/>
            <ac:spMkLst>
              <pc:docMk/>
              <pc:sldMasterMk cId="2214493569" sldId="2147483747"/>
              <pc:sldLayoutMk cId="1436806760" sldId="2147483755"/>
              <ac:spMk id="5" creationId="{4719A7C0-DE2D-5D68-27E9-AF9FE0C9CCF8}"/>
            </ac:spMkLst>
          </pc:spChg>
        </pc:sldLayoutChg>
        <pc:sldLayoutChg chg="addSp">
          <pc:chgData name="Peter Worth" userId="36bd9be7-63e8-49ff-9300-4baccca301a5" providerId="ADAL" clId="{0638F448-CAE8-A94A-A213-0B539D94DE93}" dt="2025-04-29T13:41:27.134" v="13"/>
          <pc:sldLayoutMkLst>
            <pc:docMk/>
            <pc:sldMasterMk cId="2214493569" sldId="2147483747"/>
            <pc:sldLayoutMk cId="1481323492" sldId="2147483756"/>
          </pc:sldLayoutMkLst>
          <pc:spChg chg="add">
            <ac:chgData name="Peter Worth" userId="36bd9be7-63e8-49ff-9300-4baccca301a5" providerId="ADAL" clId="{0638F448-CAE8-A94A-A213-0B539D94DE93}" dt="2025-04-29T13:41:27.134" v="13"/>
            <ac:spMkLst>
              <pc:docMk/>
              <pc:sldMasterMk cId="2214493569" sldId="2147483747"/>
              <pc:sldLayoutMk cId="1481323492" sldId="2147483756"/>
              <ac:spMk id="8" creationId="{38D0CDAE-DFCE-DBFF-418D-2810BAD53D75}"/>
            </ac:spMkLst>
          </pc:spChg>
        </pc:sldLayoutChg>
        <pc:sldLayoutChg chg="addSp delSp">
          <pc:chgData name="Peter Worth" userId="36bd9be7-63e8-49ff-9300-4baccca301a5" providerId="ADAL" clId="{0638F448-CAE8-A94A-A213-0B539D94DE93}" dt="2025-04-29T13:41:35.639" v="22"/>
          <pc:sldLayoutMkLst>
            <pc:docMk/>
            <pc:sldMasterMk cId="2214493569" sldId="2147483747"/>
            <pc:sldLayoutMk cId="1904007021" sldId="2147483760"/>
          </pc:sldLayoutMkLst>
          <pc:spChg chg="add del">
            <ac:chgData name="Peter Worth" userId="36bd9be7-63e8-49ff-9300-4baccca301a5" providerId="ADAL" clId="{0638F448-CAE8-A94A-A213-0B539D94DE93}" dt="2025-04-29T13:41:35.639" v="22"/>
            <ac:spMkLst>
              <pc:docMk/>
              <pc:sldMasterMk cId="2214493569" sldId="2147483747"/>
              <pc:sldLayoutMk cId="1904007021" sldId="2147483760"/>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1904007021" sldId="2147483760"/>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4145508250" sldId="2147483761"/>
          </pc:sldLayoutMkLst>
          <pc:spChg chg="add del">
            <ac:chgData name="Peter Worth" userId="36bd9be7-63e8-49ff-9300-4baccca301a5" providerId="ADAL" clId="{0638F448-CAE8-A94A-A213-0B539D94DE93}" dt="2025-04-29T13:41:35.639" v="22"/>
            <ac:spMkLst>
              <pc:docMk/>
              <pc:sldMasterMk cId="2214493569" sldId="2147483747"/>
              <pc:sldLayoutMk cId="4145508250" sldId="2147483761"/>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4145508250" sldId="2147483761"/>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4202794434" sldId="2147483762"/>
          </pc:sldLayoutMkLst>
          <pc:spChg chg="add del">
            <ac:chgData name="Peter Worth" userId="36bd9be7-63e8-49ff-9300-4baccca301a5" providerId="ADAL" clId="{0638F448-CAE8-A94A-A213-0B539D94DE93}" dt="2025-04-29T13:41:35.639" v="22"/>
            <ac:spMkLst>
              <pc:docMk/>
              <pc:sldMasterMk cId="2214493569" sldId="2147483747"/>
              <pc:sldLayoutMk cId="4202794434" sldId="2147483762"/>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4202794434" sldId="2147483762"/>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114143743" sldId="2147483763"/>
          </pc:sldLayoutMkLst>
          <pc:spChg chg="add del">
            <ac:chgData name="Peter Worth" userId="36bd9be7-63e8-49ff-9300-4baccca301a5" providerId="ADAL" clId="{0638F448-CAE8-A94A-A213-0B539D94DE93}" dt="2025-04-29T13:41:35.639" v="22"/>
            <ac:spMkLst>
              <pc:docMk/>
              <pc:sldMasterMk cId="2214493569" sldId="2147483747"/>
              <pc:sldLayoutMk cId="114143743" sldId="2147483763"/>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114143743" sldId="2147483763"/>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851646979" sldId="2147483764"/>
          </pc:sldLayoutMkLst>
          <pc:spChg chg="add del">
            <ac:chgData name="Peter Worth" userId="36bd9be7-63e8-49ff-9300-4baccca301a5" providerId="ADAL" clId="{0638F448-CAE8-A94A-A213-0B539D94DE93}" dt="2025-04-29T13:41:35.639" v="22"/>
            <ac:spMkLst>
              <pc:docMk/>
              <pc:sldMasterMk cId="2214493569" sldId="2147483747"/>
              <pc:sldLayoutMk cId="851646979" sldId="2147483764"/>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851646979" sldId="2147483764"/>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224465692" sldId="2147483765"/>
          </pc:sldLayoutMkLst>
          <pc:spChg chg="add del">
            <ac:chgData name="Peter Worth" userId="36bd9be7-63e8-49ff-9300-4baccca301a5" providerId="ADAL" clId="{0638F448-CAE8-A94A-A213-0B539D94DE93}" dt="2025-04-29T13:41:35.639" v="22"/>
            <ac:spMkLst>
              <pc:docMk/>
              <pc:sldMasterMk cId="2214493569" sldId="2147483747"/>
              <pc:sldLayoutMk cId="224465692" sldId="2147483765"/>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224465692" sldId="2147483765"/>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2590776696" sldId="2147483766"/>
          </pc:sldLayoutMkLst>
          <pc:spChg chg="add del">
            <ac:chgData name="Peter Worth" userId="36bd9be7-63e8-49ff-9300-4baccca301a5" providerId="ADAL" clId="{0638F448-CAE8-A94A-A213-0B539D94DE93}" dt="2025-04-29T13:41:35.639" v="22"/>
            <ac:spMkLst>
              <pc:docMk/>
              <pc:sldMasterMk cId="2214493569" sldId="2147483747"/>
              <pc:sldLayoutMk cId="2590776696" sldId="2147483766"/>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2590776696" sldId="2147483766"/>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602135694" sldId="2147483767"/>
          </pc:sldLayoutMkLst>
          <pc:spChg chg="add del">
            <ac:chgData name="Peter Worth" userId="36bd9be7-63e8-49ff-9300-4baccca301a5" providerId="ADAL" clId="{0638F448-CAE8-A94A-A213-0B539D94DE93}" dt="2025-04-29T13:41:35.639" v="22"/>
            <ac:spMkLst>
              <pc:docMk/>
              <pc:sldMasterMk cId="2214493569" sldId="2147483747"/>
              <pc:sldLayoutMk cId="602135694" sldId="2147483767"/>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602135694" sldId="2147483767"/>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1916931753" sldId="2147483768"/>
          </pc:sldLayoutMkLst>
          <pc:spChg chg="add del">
            <ac:chgData name="Peter Worth" userId="36bd9be7-63e8-49ff-9300-4baccca301a5" providerId="ADAL" clId="{0638F448-CAE8-A94A-A213-0B539D94DE93}" dt="2025-04-29T13:41:35.639" v="22"/>
            <ac:spMkLst>
              <pc:docMk/>
              <pc:sldMasterMk cId="2214493569" sldId="2147483747"/>
              <pc:sldLayoutMk cId="1916931753" sldId="2147483768"/>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1916931753" sldId="2147483768"/>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3007257875" sldId="2147483769"/>
          </pc:sldLayoutMkLst>
          <pc:spChg chg="add del">
            <ac:chgData name="Peter Worth" userId="36bd9be7-63e8-49ff-9300-4baccca301a5" providerId="ADAL" clId="{0638F448-CAE8-A94A-A213-0B539D94DE93}" dt="2025-04-29T13:41:35.639" v="22"/>
            <ac:spMkLst>
              <pc:docMk/>
              <pc:sldMasterMk cId="2214493569" sldId="2147483747"/>
              <pc:sldLayoutMk cId="3007257875" sldId="2147483769"/>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3007257875" sldId="2147483769"/>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619575624" sldId="2147483770"/>
          </pc:sldLayoutMkLst>
          <pc:spChg chg="add del">
            <ac:chgData name="Peter Worth" userId="36bd9be7-63e8-49ff-9300-4baccca301a5" providerId="ADAL" clId="{0638F448-CAE8-A94A-A213-0B539D94DE93}" dt="2025-04-29T13:41:35.639" v="22"/>
            <ac:spMkLst>
              <pc:docMk/>
              <pc:sldMasterMk cId="2214493569" sldId="2147483747"/>
              <pc:sldLayoutMk cId="619575624" sldId="2147483770"/>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619575624" sldId="2147483770"/>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2959549926" sldId="2147483771"/>
          </pc:sldLayoutMkLst>
          <pc:spChg chg="add del">
            <ac:chgData name="Peter Worth" userId="36bd9be7-63e8-49ff-9300-4baccca301a5" providerId="ADAL" clId="{0638F448-CAE8-A94A-A213-0B539D94DE93}" dt="2025-04-29T13:41:35.639" v="22"/>
            <ac:spMkLst>
              <pc:docMk/>
              <pc:sldMasterMk cId="2214493569" sldId="2147483747"/>
              <pc:sldLayoutMk cId="2959549926" sldId="2147483771"/>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2959549926" sldId="2147483771"/>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559791956" sldId="2147483772"/>
          </pc:sldLayoutMkLst>
          <pc:spChg chg="add del">
            <ac:chgData name="Peter Worth" userId="36bd9be7-63e8-49ff-9300-4baccca301a5" providerId="ADAL" clId="{0638F448-CAE8-A94A-A213-0B539D94DE93}" dt="2025-04-29T13:41:35.639" v="22"/>
            <ac:spMkLst>
              <pc:docMk/>
              <pc:sldMasterMk cId="2214493569" sldId="2147483747"/>
              <pc:sldLayoutMk cId="559791956" sldId="2147483772"/>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559791956" sldId="2147483772"/>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2207382415" sldId="2147483773"/>
          </pc:sldLayoutMkLst>
          <pc:spChg chg="add del">
            <ac:chgData name="Peter Worth" userId="36bd9be7-63e8-49ff-9300-4baccca301a5" providerId="ADAL" clId="{0638F448-CAE8-A94A-A213-0B539D94DE93}" dt="2025-04-29T13:41:35.639" v="22"/>
            <ac:spMkLst>
              <pc:docMk/>
              <pc:sldMasterMk cId="2214493569" sldId="2147483747"/>
              <pc:sldLayoutMk cId="2207382415" sldId="2147483773"/>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2207382415" sldId="2147483773"/>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4095298087" sldId="2147483774"/>
          </pc:sldLayoutMkLst>
          <pc:spChg chg="add del">
            <ac:chgData name="Peter Worth" userId="36bd9be7-63e8-49ff-9300-4baccca301a5" providerId="ADAL" clId="{0638F448-CAE8-A94A-A213-0B539D94DE93}" dt="2025-04-29T13:41:35.639" v="22"/>
            <ac:spMkLst>
              <pc:docMk/>
              <pc:sldMasterMk cId="2214493569" sldId="2147483747"/>
              <pc:sldLayoutMk cId="4095298087" sldId="2147483774"/>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4095298087" sldId="2147483774"/>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2565351798" sldId="2147483775"/>
          </pc:sldLayoutMkLst>
          <pc:spChg chg="add del">
            <ac:chgData name="Peter Worth" userId="36bd9be7-63e8-49ff-9300-4baccca301a5" providerId="ADAL" clId="{0638F448-CAE8-A94A-A213-0B539D94DE93}" dt="2025-04-29T13:41:35.639" v="22"/>
            <ac:spMkLst>
              <pc:docMk/>
              <pc:sldMasterMk cId="2214493569" sldId="2147483747"/>
              <pc:sldLayoutMk cId="2565351798" sldId="2147483775"/>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2565351798" sldId="2147483775"/>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1108241069" sldId="2147483776"/>
          </pc:sldLayoutMkLst>
          <pc:spChg chg="add del">
            <ac:chgData name="Peter Worth" userId="36bd9be7-63e8-49ff-9300-4baccca301a5" providerId="ADAL" clId="{0638F448-CAE8-A94A-A213-0B539D94DE93}" dt="2025-04-29T13:41:35.639" v="22"/>
            <ac:spMkLst>
              <pc:docMk/>
              <pc:sldMasterMk cId="2214493569" sldId="2147483747"/>
              <pc:sldLayoutMk cId="1108241069" sldId="2147483776"/>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1108241069" sldId="2147483776"/>
              <ac:picMk id="2" creationId="{00000000-0000-0000-0000-000000000000}"/>
            </ac:picMkLst>
          </pc:picChg>
        </pc:sldLayoutChg>
        <pc:sldLayoutChg chg="addSp delSp">
          <pc:chgData name="Peter Worth" userId="36bd9be7-63e8-49ff-9300-4baccca301a5" providerId="ADAL" clId="{0638F448-CAE8-A94A-A213-0B539D94DE93}" dt="2025-04-29T13:41:35.639" v="22"/>
          <pc:sldLayoutMkLst>
            <pc:docMk/>
            <pc:sldMasterMk cId="2214493569" sldId="2147483747"/>
            <pc:sldLayoutMk cId="2846237569" sldId="2147483777"/>
          </pc:sldLayoutMkLst>
          <pc:spChg chg="add del">
            <ac:chgData name="Peter Worth" userId="36bd9be7-63e8-49ff-9300-4baccca301a5" providerId="ADAL" clId="{0638F448-CAE8-A94A-A213-0B539D94DE93}" dt="2025-04-29T13:41:35.639" v="22"/>
            <ac:spMkLst>
              <pc:docMk/>
              <pc:sldMasterMk cId="2214493569" sldId="2147483747"/>
              <pc:sldLayoutMk cId="2846237569" sldId="2147483777"/>
              <ac:spMk id="3" creationId="{00000000-0000-0000-0000-000000000000}"/>
            </ac:spMkLst>
          </pc:spChg>
          <pc:picChg chg="add del">
            <ac:chgData name="Peter Worth" userId="36bd9be7-63e8-49ff-9300-4baccca301a5" providerId="ADAL" clId="{0638F448-CAE8-A94A-A213-0B539D94DE93}" dt="2025-04-29T13:41:35.639" v="22"/>
            <ac:picMkLst>
              <pc:docMk/>
              <pc:sldMasterMk cId="2214493569" sldId="2147483747"/>
              <pc:sldLayoutMk cId="2846237569" sldId="2147483777"/>
              <ac:picMk id="2" creationId="{00000000-0000-0000-0000-000000000000}"/>
            </ac:picMkLst>
          </pc:picChg>
        </pc:sldLayoutChg>
      </pc:sldMasterChg>
      <pc:sldMasterChg chg="addSp modSldLayout">
        <pc:chgData name="Peter Worth" userId="36bd9be7-63e8-49ff-9300-4baccca301a5" providerId="ADAL" clId="{0638F448-CAE8-A94A-A213-0B539D94DE93}" dt="2025-04-29T13:41:50.135" v="32"/>
        <pc:sldMasterMkLst>
          <pc:docMk/>
          <pc:sldMasterMk cId="3626837044" sldId="2147483747"/>
        </pc:sldMasterMkLst>
        <pc:spChg chg="add">
          <ac:chgData name="Peter Worth" userId="36bd9be7-63e8-49ff-9300-4baccca301a5" providerId="ADAL" clId="{0638F448-CAE8-A94A-A213-0B539D94DE93}" dt="2025-04-29T13:41:46.597" v="28"/>
          <ac:spMkLst>
            <pc:docMk/>
            <pc:sldMasterMk cId="3626837044" sldId="2147483747"/>
            <ac:spMk id="7" creationId="{A32E9D6F-09F7-C064-6D46-C88F0B523078}"/>
          </ac:spMkLst>
        </pc:spChg>
        <pc:picChg chg="add">
          <ac:chgData name="Peter Worth" userId="36bd9be7-63e8-49ff-9300-4baccca301a5" providerId="ADAL" clId="{0638F448-CAE8-A94A-A213-0B539D94DE93}" dt="2025-04-29T13:41:46.597" v="28"/>
          <ac:picMkLst>
            <pc:docMk/>
            <pc:sldMasterMk cId="3626837044" sldId="2147483747"/>
            <ac:picMk id="9" creationId="{F7F56F9A-7A1B-8B95-0562-907C460A03CA}"/>
          </ac:picMkLst>
        </pc:picChg>
        <pc:cxnChg chg="add">
          <ac:chgData name="Peter Worth" userId="36bd9be7-63e8-49ff-9300-4baccca301a5" providerId="ADAL" clId="{0638F448-CAE8-A94A-A213-0B539D94DE93}" dt="2025-04-29T13:41:46.597" v="28"/>
          <ac:cxnSpMkLst>
            <pc:docMk/>
            <pc:sldMasterMk cId="3626837044" sldId="2147483747"/>
            <ac:cxnSpMk id="8" creationId="{CD3165C8-D28D-184F-F771-CD6E1D0D0C74}"/>
          </ac:cxnSpMkLst>
        </pc:cxnChg>
        <pc:sldLayoutChg chg="addSp">
          <pc:chgData name="Peter Worth" userId="36bd9be7-63e8-49ff-9300-4baccca301a5" providerId="ADAL" clId="{0638F448-CAE8-A94A-A213-0B539D94DE93}" dt="2025-04-29T13:41:46.597" v="28"/>
          <pc:sldLayoutMkLst>
            <pc:docMk/>
            <pc:sldMasterMk cId="3626837044" sldId="2147483747"/>
            <pc:sldLayoutMk cId="3993302721" sldId="2147483748"/>
          </pc:sldLayoutMkLst>
          <pc:spChg chg="add">
            <ac:chgData name="Peter Worth" userId="36bd9be7-63e8-49ff-9300-4baccca301a5" providerId="ADAL" clId="{0638F448-CAE8-A94A-A213-0B539D94DE93}" dt="2025-04-29T13:41:46.597" v="28"/>
            <ac:spMkLst>
              <pc:docMk/>
              <pc:sldMasterMk cId="3626837044" sldId="2147483747"/>
              <pc:sldLayoutMk cId="3993302721" sldId="2147483748"/>
              <ac:spMk id="7" creationId="{9D0866C8-4B19-EF0A-7A05-8BAB9C3ED82B}"/>
            </ac:spMkLst>
          </pc:spChg>
        </pc:sldLayoutChg>
        <pc:sldLayoutChg chg="addSp">
          <pc:chgData name="Peter Worth" userId="36bd9be7-63e8-49ff-9300-4baccca301a5" providerId="ADAL" clId="{0638F448-CAE8-A94A-A213-0B539D94DE93}" dt="2025-04-29T13:41:46.597" v="28"/>
          <pc:sldLayoutMkLst>
            <pc:docMk/>
            <pc:sldMasterMk cId="3626837044" sldId="2147483747"/>
            <pc:sldLayoutMk cId="256190222" sldId="2147483750"/>
          </pc:sldLayoutMkLst>
          <pc:spChg chg="add">
            <ac:chgData name="Peter Worth" userId="36bd9be7-63e8-49ff-9300-4baccca301a5" providerId="ADAL" clId="{0638F448-CAE8-A94A-A213-0B539D94DE93}" dt="2025-04-29T13:41:46.597" v="28"/>
            <ac:spMkLst>
              <pc:docMk/>
              <pc:sldMasterMk cId="3626837044" sldId="2147483747"/>
              <pc:sldLayoutMk cId="256190222" sldId="2147483750"/>
              <ac:spMk id="19" creationId="{CBBAA42B-20A7-FE50-1A23-CD666F202A02}"/>
            </ac:spMkLst>
          </pc:spChg>
          <pc:grpChg chg="add">
            <ac:chgData name="Peter Worth" userId="36bd9be7-63e8-49ff-9300-4baccca301a5" providerId="ADAL" clId="{0638F448-CAE8-A94A-A213-0B539D94DE93}" dt="2025-04-29T13:41:46.597" v="28"/>
            <ac:grpSpMkLst>
              <pc:docMk/>
              <pc:sldMasterMk cId="3626837044" sldId="2147483747"/>
              <pc:sldLayoutMk cId="256190222" sldId="2147483750"/>
              <ac:grpSpMk id="7" creationId="{826B5BAC-1E62-BE40-2B37-B0DFAEA03CF8}"/>
            </ac:grpSpMkLst>
          </pc:grpChg>
        </pc:sldLayoutChg>
        <pc:sldLayoutChg chg="addSp">
          <pc:chgData name="Peter Worth" userId="36bd9be7-63e8-49ff-9300-4baccca301a5" providerId="ADAL" clId="{0638F448-CAE8-A94A-A213-0B539D94DE93}" dt="2025-04-29T13:41:46.597" v="28"/>
          <pc:sldLayoutMkLst>
            <pc:docMk/>
            <pc:sldMasterMk cId="3626837044" sldId="2147483747"/>
            <pc:sldLayoutMk cId="2804065573" sldId="2147483754"/>
          </pc:sldLayoutMkLst>
          <pc:spChg chg="add">
            <ac:chgData name="Peter Worth" userId="36bd9be7-63e8-49ff-9300-4baccca301a5" providerId="ADAL" clId="{0638F448-CAE8-A94A-A213-0B539D94DE93}" dt="2025-04-29T13:41:46.597" v="28"/>
            <ac:spMkLst>
              <pc:docMk/>
              <pc:sldMasterMk cId="3626837044" sldId="2147483747"/>
              <pc:sldLayoutMk cId="2804065573" sldId="2147483754"/>
              <ac:spMk id="5" creationId="{E86DAC85-2686-8391-57EC-16BA6D0FCF04}"/>
            </ac:spMkLst>
          </pc:spChg>
          <pc:picChg chg="add">
            <ac:chgData name="Peter Worth" userId="36bd9be7-63e8-49ff-9300-4baccca301a5" providerId="ADAL" clId="{0638F448-CAE8-A94A-A213-0B539D94DE93}" dt="2025-04-29T13:41:46.597" v="28"/>
            <ac:picMkLst>
              <pc:docMk/>
              <pc:sldMasterMk cId="3626837044" sldId="2147483747"/>
              <pc:sldLayoutMk cId="2804065573" sldId="2147483754"/>
              <ac:picMk id="6" creationId="{C80024DE-0AF7-9DFE-2AF2-C96FB71DE012}"/>
            </ac:picMkLst>
          </pc:picChg>
        </pc:sldLayoutChg>
        <pc:sldLayoutChg chg="addSp">
          <pc:chgData name="Peter Worth" userId="36bd9be7-63e8-49ff-9300-4baccca301a5" providerId="ADAL" clId="{0638F448-CAE8-A94A-A213-0B539D94DE93}" dt="2025-04-29T13:41:46.597" v="28"/>
          <pc:sldLayoutMkLst>
            <pc:docMk/>
            <pc:sldMasterMk cId="3626837044" sldId="2147483747"/>
            <pc:sldLayoutMk cId="3439791347" sldId="2147483755"/>
          </pc:sldLayoutMkLst>
          <pc:spChg chg="add">
            <ac:chgData name="Peter Worth" userId="36bd9be7-63e8-49ff-9300-4baccca301a5" providerId="ADAL" clId="{0638F448-CAE8-A94A-A213-0B539D94DE93}" dt="2025-04-29T13:41:46.597" v="28"/>
            <ac:spMkLst>
              <pc:docMk/>
              <pc:sldMasterMk cId="3626837044" sldId="2147483747"/>
              <pc:sldLayoutMk cId="3439791347" sldId="2147483755"/>
              <ac:spMk id="8" creationId="{99F2FB44-E26F-421B-FB60-1213708E80FB}"/>
            </ac:spMkLst>
          </pc:spChg>
        </pc:sldLayoutChg>
        <pc:sldLayoutChg chg="addSp delSp">
          <pc:chgData name="Peter Worth" userId="36bd9be7-63e8-49ff-9300-4baccca301a5" providerId="ADAL" clId="{0638F448-CAE8-A94A-A213-0B539D94DE93}" dt="2025-04-29T13:41:50.135" v="32"/>
          <pc:sldLayoutMkLst>
            <pc:docMk/>
            <pc:sldMasterMk cId="3626837044" sldId="2147483747"/>
            <pc:sldLayoutMk cId="2523857048" sldId="2147483763"/>
          </pc:sldLayoutMkLst>
          <pc:spChg chg="add del">
            <ac:chgData name="Peter Worth" userId="36bd9be7-63e8-49ff-9300-4baccca301a5" providerId="ADAL" clId="{0638F448-CAE8-A94A-A213-0B539D94DE93}" dt="2025-04-29T13:41:50.135" v="32"/>
            <ac:spMkLst>
              <pc:docMk/>
              <pc:sldMasterMk cId="3626837044" sldId="2147483747"/>
              <pc:sldLayoutMk cId="2523857048" sldId="2147483763"/>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2523857048" sldId="2147483763"/>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2785458988" sldId="2147483764"/>
          </pc:sldLayoutMkLst>
          <pc:spChg chg="add del">
            <ac:chgData name="Peter Worth" userId="36bd9be7-63e8-49ff-9300-4baccca301a5" providerId="ADAL" clId="{0638F448-CAE8-A94A-A213-0B539D94DE93}" dt="2025-04-29T13:41:50.135" v="32"/>
            <ac:spMkLst>
              <pc:docMk/>
              <pc:sldMasterMk cId="3626837044" sldId="2147483747"/>
              <pc:sldLayoutMk cId="2785458988" sldId="2147483764"/>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2785458988" sldId="2147483764"/>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1953887194" sldId="2147483765"/>
          </pc:sldLayoutMkLst>
          <pc:spChg chg="add del">
            <ac:chgData name="Peter Worth" userId="36bd9be7-63e8-49ff-9300-4baccca301a5" providerId="ADAL" clId="{0638F448-CAE8-A94A-A213-0B539D94DE93}" dt="2025-04-29T13:41:50.135" v="32"/>
            <ac:spMkLst>
              <pc:docMk/>
              <pc:sldMasterMk cId="3626837044" sldId="2147483747"/>
              <pc:sldLayoutMk cId="1953887194" sldId="2147483765"/>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1953887194" sldId="2147483765"/>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1004919101" sldId="2147483766"/>
          </pc:sldLayoutMkLst>
          <pc:spChg chg="add del">
            <ac:chgData name="Peter Worth" userId="36bd9be7-63e8-49ff-9300-4baccca301a5" providerId="ADAL" clId="{0638F448-CAE8-A94A-A213-0B539D94DE93}" dt="2025-04-29T13:41:50.135" v="32"/>
            <ac:spMkLst>
              <pc:docMk/>
              <pc:sldMasterMk cId="3626837044" sldId="2147483747"/>
              <pc:sldLayoutMk cId="1004919101" sldId="2147483766"/>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1004919101" sldId="2147483766"/>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3097783319" sldId="2147483767"/>
          </pc:sldLayoutMkLst>
          <pc:spChg chg="add del">
            <ac:chgData name="Peter Worth" userId="36bd9be7-63e8-49ff-9300-4baccca301a5" providerId="ADAL" clId="{0638F448-CAE8-A94A-A213-0B539D94DE93}" dt="2025-04-29T13:41:50.135" v="32"/>
            <ac:spMkLst>
              <pc:docMk/>
              <pc:sldMasterMk cId="3626837044" sldId="2147483747"/>
              <pc:sldLayoutMk cId="3097783319" sldId="2147483767"/>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3097783319" sldId="2147483767"/>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1887019831" sldId="2147483768"/>
          </pc:sldLayoutMkLst>
          <pc:spChg chg="add del">
            <ac:chgData name="Peter Worth" userId="36bd9be7-63e8-49ff-9300-4baccca301a5" providerId="ADAL" clId="{0638F448-CAE8-A94A-A213-0B539D94DE93}" dt="2025-04-29T13:41:50.135" v="32"/>
            <ac:spMkLst>
              <pc:docMk/>
              <pc:sldMasterMk cId="3626837044" sldId="2147483747"/>
              <pc:sldLayoutMk cId="1887019831" sldId="2147483768"/>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1887019831" sldId="2147483768"/>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1799751749" sldId="2147483769"/>
          </pc:sldLayoutMkLst>
          <pc:spChg chg="add del">
            <ac:chgData name="Peter Worth" userId="36bd9be7-63e8-49ff-9300-4baccca301a5" providerId="ADAL" clId="{0638F448-CAE8-A94A-A213-0B539D94DE93}" dt="2025-04-29T13:41:50.135" v="32"/>
            <ac:spMkLst>
              <pc:docMk/>
              <pc:sldMasterMk cId="3626837044" sldId="2147483747"/>
              <pc:sldLayoutMk cId="1799751749" sldId="2147483769"/>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1799751749" sldId="2147483769"/>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398303883" sldId="2147483770"/>
          </pc:sldLayoutMkLst>
          <pc:spChg chg="add del">
            <ac:chgData name="Peter Worth" userId="36bd9be7-63e8-49ff-9300-4baccca301a5" providerId="ADAL" clId="{0638F448-CAE8-A94A-A213-0B539D94DE93}" dt="2025-04-29T13:41:50.135" v="32"/>
            <ac:spMkLst>
              <pc:docMk/>
              <pc:sldMasterMk cId="3626837044" sldId="2147483747"/>
              <pc:sldLayoutMk cId="398303883" sldId="2147483770"/>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398303883" sldId="2147483770"/>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225538851" sldId="2147483771"/>
          </pc:sldLayoutMkLst>
          <pc:spChg chg="add del">
            <ac:chgData name="Peter Worth" userId="36bd9be7-63e8-49ff-9300-4baccca301a5" providerId="ADAL" clId="{0638F448-CAE8-A94A-A213-0B539D94DE93}" dt="2025-04-29T13:41:50.135" v="32"/>
            <ac:spMkLst>
              <pc:docMk/>
              <pc:sldMasterMk cId="3626837044" sldId="2147483747"/>
              <pc:sldLayoutMk cId="225538851" sldId="2147483771"/>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225538851" sldId="2147483771"/>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3769859121" sldId="2147483772"/>
          </pc:sldLayoutMkLst>
          <pc:spChg chg="add del">
            <ac:chgData name="Peter Worth" userId="36bd9be7-63e8-49ff-9300-4baccca301a5" providerId="ADAL" clId="{0638F448-CAE8-A94A-A213-0B539D94DE93}" dt="2025-04-29T13:41:50.135" v="32"/>
            <ac:spMkLst>
              <pc:docMk/>
              <pc:sldMasterMk cId="3626837044" sldId="2147483747"/>
              <pc:sldLayoutMk cId="3769859121" sldId="2147483772"/>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3769859121" sldId="2147483772"/>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823758233" sldId="2147483773"/>
          </pc:sldLayoutMkLst>
          <pc:spChg chg="add del">
            <ac:chgData name="Peter Worth" userId="36bd9be7-63e8-49ff-9300-4baccca301a5" providerId="ADAL" clId="{0638F448-CAE8-A94A-A213-0B539D94DE93}" dt="2025-04-29T13:41:50.135" v="32"/>
            <ac:spMkLst>
              <pc:docMk/>
              <pc:sldMasterMk cId="3626837044" sldId="2147483747"/>
              <pc:sldLayoutMk cId="823758233" sldId="2147483773"/>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823758233" sldId="2147483773"/>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3894980936" sldId="2147483774"/>
          </pc:sldLayoutMkLst>
          <pc:spChg chg="add del">
            <ac:chgData name="Peter Worth" userId="36bd9be7-63e8-49ff-9300-4baccca301a5" providerId="ADAL" clId="{0638F448-CAE8-A94A-A213-0B539D94DE93}" dt="2025-04-29T13:41:50.135" v="32"/>
            <ac:spMkLst>
              <pc:docMk/>
              <pc:sldMasterMk cId="3626837044" sldId="2147483747"/>
              <pc:sldLayoutMk cId="3894980936" sldId="2147483774"/>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3894980936" sldId="2147483774"/>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2503955444" sldId="2147483775"/>
          </pc:sldLayoutMkLst>
          <pc:spChg chg="add del">
            <ac:chgData name="Peter Worth" userId="36bd9be7-63e8-49ff-9300-4baccca301a5" providerId="ADAL" clId="{0638F448-CAE8-A94A-A213-0B539D94DE93}" dt="2025-04-29T13:41:50.135" v="32"/>
            <ac:spMkLst>
              <pc:docMk/>
              <pc:sldMasterMk cId="3626837044" sldId="2147483747"/>
              <pc:sldLayoutMk cId="2503955444" sldId="2147483775"/>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2503955444" sldId="2147483775"/>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1858044310" sldId="2147483776"/>
          </pc:sldLayoutMkLst>
          <pc:spChg chg="add del">
            <ac:chgData name="Peter Worth" userId="36bd9be7-63e8-49ff-9300-4baccca301a5" providerId="ADAL" clId="{0638F448-CAE8-A94A-A213-0B539D94DE93}" dt="2025-04-29T13:41:50.135" v="32"/>
            <ac:spMkLst>
              <pc:docMk/>
              <pc:sldMasterMk cId="3626837044" sldId="2147483747"/>
              <pc:sldLayoutMk cId="1858044310" sldId="2147483776"/>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1858044310" sldId="2147483776"/>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1486826977" sldId="2147483777"/>
          </pc:sldLayoutMkLst>
          <pc:spChg chg="add del">
            <ac:chgData name="Peter Worth" userId="36bd9be7-63e8-49ff-9300-4baccca301a5" providerId="ADAL" clId="{0638F448-CAE8-A94A-A213-0B539D94DE93}" dt="2025-04-29T13:41:50.135" v="32"/>
            <ac:spMkLst>
              <pc:docMk/>
              <pc:sldMasterMk cId="3626837044" sldId="2147483747"/>
              <pc:sldLayoutMk cId="1486826977" sldId="2147483777"/>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1486826977" sldId="2147483777"/>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4073779324" sldId="2147483778"/>
          </pc:sldLayoutMkLst>
          <pc:spChg chg="add del">
            <ac:chgData name="Peter Worth" userId="36bd9be7-63e8-49ff-9300-4baccca301a5" providerId="ADAL" clId="{0638F448-CAE8-A94A-A213-0B539D94DE93}" dt="2025-04-29T13:41:50.135" v="32"/>
            <ac:spMkLst>
              <pc:docMk/>
              <pc:sldMasterMk cId="3626837044" sldId="2147483747"/>
              <pc:sldLayoutMk cId="4073779324" sldId="2147483778"/>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4073779324" sldId="2147483778"/>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1234411318" sldId="2147483779"/>
          </pc:sldLayoutMkLst>
          <pc:spChg chg="add del">
            <ac:chgData name="Peter Worth" userId="36bd9be7-63e8-49ff-9300-4baccca301a5" providerId="ADAL" clId="{0638F448-CAE8-A94A-A213-0B539D94DE93}" dt="2025-04-29T13:41:50.135" v="32"/>
            <ac:spMkLst>
              <pc:docMk/>
              <pc:sldMasterMk cId="3626837044" sldId="2147483747"/>
              <pc:sldLayoutMk cId="1234411318" sldId="2147483779"/>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1234411318" sldId="2147483779"/>
              <ac:picMk id="2" creationId="{00000000-0000-0000-0000-000000000000}"/>
            </ac:picMkLst>
          </pc:picChg>
        </pc:sldLayoutChg>
        <pc:sldLayoutChg chg="addSp delSp">
          <pc:chgData name="Peter Worth" userId="36bd9be7-63e8-49ff-9300-4baccca301a5" providerId="ADAL" clId="{0638F448-CAE8-A94A-A213-0B539D94DE93}" dt="2025-04-29T13:41:50.135" v="32"/>
          <pc:sldLayoutMkLst>
            <pc:docMk/>
            <pc:sldMasterMk cId="3626837044" sldId="2147483747"/>
            <pc:sldLayoutMk cId="674831557" sldId="2147483780"/>
          </pc:sldLayoutMkLst>
          <pc:spChg chg="add del">
            <ac:chgData name="Peter Worth" userId="36bd9be7-63e8-49ff-9300-4baccca301a5" providerId="ADAL" clId="{0638F448-CAE8-A94A-A213-0B539D94DE93}" dt="2025-04-29T13:41:50.135" v="32"/>
            <ac:spMkLst>
              <pc:docMk/>
              <pc:sldMasterMk cId="3626837044" sldId="2147483747"/>
              <pc:sldLayoutMk cId="674831557" sldId="2147483780"/>
              <ac:spMk id="3" creationId="{00000000-0000-0000-0000-000000000000}"/>
            </ac:spMkLst>
          </pc:spChg>
          <pc:picChg chg="add del">
            <ac:chgData name="Peter Worth" userId="36bd9be7-63e8-49ff-9300-4baccca301a5" providerId="ADAL" clId="{0638F448-CAE8-A94A-A213-0B539D94DE93}" dt="2025-04-29T13:41:50.135" v="32"/>
            <ac:picMkLst>
              <pc:docMk/>
              <pc:sldMasterMk cId="3626837044" sldId="2147483747"/>
              <pc:sldLayoutMk cId="674831557" sldId="2147483780"/>
              <ac:picMk id="2" creationId="{00000000-0000-0000-0000-000000000000}"/>
            </ac:picMkLst>
          </pc:pic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9B8922-610B-F048-989C-55C0402BC2D5}" type="doc">
      <dgm:prSet loTypeId="urn:microsoft.com/office/officeart/2005/8/layout/radial6" loCatId="" qsTypeId="urn:microsoft.com/office/officeart/2005/8/quickstyle/simple1" qsCatId="simple" csTypeId="urn:microsoft.com/office/officeart/2005/8/colors/colorful4" csCatId="colorful" phldr="1"/>
      <dgm:spPr/>
      <dgm:t>
        <a:bodyPr/>
        <a:lstStyle/>
        <a:p>
          <a:endParaRPr lang="en-US"/>
        </a:p>
      </dgm:t>
    </dgm:pt>
    <dgm:pt modelId="{63054ED6-7B7D-D845-A2CD-94DE7B8ADD61}">
      <dgm:prSet phldrT="[Text]" custT="1"/>
      <dgm:spPr/>
      <dgm:t>
        <a:bodyPr/>
        <a:lstStyle/>
        <a:p>
          <a:r>
            <a:rPr lang="en-US" sz="1800" i="1"/>
            <a:t>Athena</a:t>
          </a:r>
        </a:p>
      </dgm:t>
    </dgm:pt>
    <dgm:pt modelId="{D082683D-5FBA-064A-8DB5-9B40AD55A5D3}" type="parTrans" cxnId="{C53AC2E8-2E33-FA4F-9D3F-A9075587FC40}">
      <dgm:prSet/>
      <dgm:spPr/>
      <dgm:t>
        <a:bodyPr/>
        <a:lstStyle/>
        <a:p>
          <a:endParaRPr lang="en-US" sz="2000"/>
        </a:p>
      </dgm:t>
    </dgm:pt>
    <dgm:pt modelId="{01092873-CCB0-1849-8FDF-BD77539B77ED}" type="sibTrans" cxnId="{C53AC2E8-2E33-FA4F-9D3F-A9075587FC40}">
      <dgm:prSet/>
      <dgm:spPr/>
      <dgm:t>
        <a:bodyPr/>
        <a:lstStyle/>
        <a:p>
          <a:endParaRPr lang="en-US" sz="2000"/>
        </a:p>
      </dgm:t>
    </dgm:pt>
    <dgm:pt modelId="{5C3C0AAB-D848-984E-8463-B7AA80176EB9}">
      <dgm:prSet phldrT="[Text]" custT="1"/>
      <dgm:spPr/>
      <dgm:t>
        <a:bodyPr/>
        <a:lstStyle/>
        <a:p>
          <a:r>
            <a:rPr lang="en-US" sz="800"/>
            <a:t>Network Intrusion Detection &amp; Response (NIDR)</a:t>
          </a:r>
        </a:p>
      </dgm:t>
    </dgm:pt>
    <dgm:pt modelId="{CAF9EF96-0EAA-9F41-AF8D-AD3E7F5E2EFA}" type="parTrans" cxnId="{DD64E695-FAA2-D647-B2CF-3247A3DBE401}">
      <dgm:prSet/>
      <dgm:spPr/>
      <dgm:t>
        <a:bodyPr/>
        <a:lstStyle/>
        <a:p>
          <a:endParaRPr lang="en-US" sz="2000"/>
        </a:p>
      </dgm:t>
    </dgm:pt>
    <dgm:pt modelId="{B99D788A-EDB0-8E40-8919-89D59F8EFE77}" type="sibTrans" cxnId="{DD64E695-FAA2-D647-B2CF-3247A3DBE401}">
      <dgm:prSet/>
      <dgm:spPr/>
      <dgm:t>
        <a:bodyPr/>
        <a:lstStyle/>
        <a:p>
          <a:endParaRPr lang="en-US" sz="2000"/>
        </a:p>
      </dgm:t>
    </dgm:pt>
    <dgm:pt modelId="{85678D3A-6E33-1945-A16C-78AAA80A57B0}">
      <dgm:prSet phldrT="[Text]" custT="1"/>
      <dgm:spPr/>
      <dgm:t>
        <a:bodyPr/>
        <a:lstStyle/>
        <a:p>
          <a:r>
            <a:rPr lang="en-US" sz="800"/>
            <a:t>WAF &amp; Firewall</a:t>
          </a:r>
        </a:p>
      </dgm:t>
    </dgm:pt>
    <dgm:pt modelId="{75EA9606-6527-4D43-94CA-8F716DA2B24C}" type="parTrans" cxnId="{EC1AEC85-938A-D64F-8EA2-5DF48D618A90}">
      <dgm:prSet/>
      <dgm:spPr/>
      <dgm:t>
        <a:bodyPr/>
        <a:lstStyle/>
        <a:p>
          <a:endParaRPr lang="en-US" sz="2000"/>
        </a:p>
      </dgm:t>
    </dgm:pt>
    <dgm:pt modelId="{9849A36A-3DEE-A84A-9370-E4C06079E668}" type="sibTrans" cxnId="{EC1AEC85-938A-D64F-8EA2-5DF48D618A90}">
      <dgm:prSet/>
      <dgm:spPr/>
      <dgm:t>
        <a:bodyPr/>
        <a:lstStyle/>
        <a:p>
          <a:endParaRPr lang="en-US" sz="2000"/>
        </a:p>
      </dgm:t>
    </dgm:pt>
    <dgm:pt modelId="{69D8DD34-AA80-FA4E-91BF-8EB0B2E96282}">
      <dgm:prSet phldrT="[Text]" custT="1"/>
      <dgm:spPr/>
      <dgm:t>
        <a:bodyPr/>
        <a:lstStyle/>
        <a:p>
          <a:r>
            <a:rPr lang="en-US" sz="800"/>
            <a:t>System Incident Monitoring &amp; Remediation (SIEM)</a:t>
          </a:r>
        </a:p>
      </dgm:t>
    </dgm:pt>
    <dgm:pt modelId="{AD72444D-E63E-B644-980D-8C2B6AC4DECF}" type="parTrans" cxnId="{FFA0E7CE-38AF-A140-AC77-D969D98A9244}">
      <dgm:prSet/>
      <dgm:spPr/>
      <dgm:t>
        <a:bodyPr/>
        <a:lstStyle/>
        <a:p>
          <a:endParaRPr lang="en-US" sz="2000"/>
        </a:p>
      </dgm:t>
    </dgm:pt>
    <dgm:pt modelId="{69CE5C23-1B28-CB49-9968-845FDCAF34A5}" type="sibTrans" cxnId="{FFA0E7CE-38AF-A140-AC77-D969D98A9244}">
      <dgm:prSet/>
      <dgm:spPr/>
      <dgm:t>
        <a:bodyPr/>
        <a:lstStyle/>
        <a:p>
          <a:endParaRPr lang="en-US" sz="2000"/>
        </a:p>
      </dgm:t>
    </dgm:pt>
    <dgm:pt modelId="{EB8B9EC0-641C-374F-A513-D3561B5BA9B8}">
      <dgm:prSet phldrT="[Text]" custT="1"/>
      <dgm:spPr/>
      <dgm:t>
        <a:bodyPr/>
        <a:lstStyle/>
        <a:p>
          <a:r>
            <a:rPr lang="en-US" sz="800"/>
            <a:t>Vulnerability Management &amp; Response</a:t>
          </a:r>
        </a:p>
      </dgm:t>
    </dgm:pt>
    <dgm:pt modelId="{716DDED5-9D3E-AC4B-A39A-2F29F754D032}" type="parTrans" cxnId="{BF0AE7D4-6DE2-0C44-B647-BB7064964FDA}">
      <dgm:prSet/>
      <dgm:spPr/>
      <dgm:t>
        <a:bodyPr/>
        <a:lstStyle/>
        <a:p>
          <a:endParaRPr lang="en-US" sz="2000"/>
        </a:p>
      </dgm:t>
    </dgm:pt>
    <dgm:pt modelId="{8273CB2B-48D8-984A-8D29-65A5AA9281CF}" type="sibTrans" cxnId="{BF0AE7D4-6DE2-0C44-B647-BB7064964FDA}">
      <dgm:prSet/>
      <dgm:spPr/>
      <dgm:t>
        <a:bodyPr/>
        <a:lstStyle/>
        <a:p>
          <a:endParaRPr lang="en-US" sz="2000"/>
        </a:p>
      </dgm:t>
    </dgm:pt>
    <dgm:pt modelId="{49CFABDD-9004-E44E-8170-E38D49FE6ACC}">
      <dgm:prSet phldrT="[Text]" custT="1"/>
      <dgm:spPr/>
      <dgm:t>
        <a:bodyPr/>
        <a:lstStyle/>
        <a:p>
          <a:r>
            <a:rPr lang="en-US" sz="800"/>
            <a:t>Application Performance Monitoring</a:t>
          </a:r>
        </a:p>
      </dgm:t>
    </dgm:pt>
    <dgm:pt modelId="{9571098F-A940-9645-A602-8BB370AE0580}" type="parTrans" cxnId="{8C87D48B-B8A1-5049-B837-CC1753E5ED02}">
      <dgm:prSet/>
      <dgm:spPr/>
      <dgm:t>
        <a:bodyPr/>
        <a:lstStyle/>
        <a:p>
          <a:endParaRPr lang="en-US" sz="2000"/>
        </a:p>
      </dgm:t>
    </dgm:pt>
    <dgm:pt modelId="{4C0633FD-C0EA-A14D-8F9D-3C44594E22D5}" type="sibTrans" cxnId="{8C87D48B-B8A1-5049-B837-CC1753E5ED02}">
      <dgm:prSet/>
      <dgm:spPr/>
      <dgm:t>
        <a:bodyPr/>
        <a:lstStyle/>
        <a:p>
          <a:endParaRPr lang="en-US" sz="2000"/>
        </a:p>
      </dgm:t>
    </dgm:pt>
    <dgm:pt modelId="{91C5442B-D002-C549-B0CB-805CED332234}">
      <dgm:prSet phldrT="[Text]" custT="1"/>
      <dgm:spPr/>
      <dgm:t>
        <a:bodyPr/>
        <a:lstStyle/>
        <a:p>
          <a:r>
            <a:rPr lang="en-US" sz="800"/>
            <a:t>Dashboard &amp; Analytics</a:t>
          </a:r>
        </a:p>
      </dgm:t>
    </dgm:pt>
    <dgm:pt modelId="{083C8E6E-3B43-0E44-9722-81847ADCA8A9}" type="parTrans" cxnId="{62C3F1F7-E77C-4048-AD30-C2F73A8B3900}">
      <dgm:prSet/>
      <dgm:spPr/>
      <dgm:t>
        <a:bodyPr/>
        <a:lstStyle/>
        <a:p>
          <a:endParaRPr lang="en-US" sz="2000"/>
        </a:p>
      </dgm:t>
    </dgm:pt>
    <dgm:pt modelId="{90F52EC7-764A-5D4F-90FF-706F29D7E6DF}" type="sibTrans" cxnId="{62C3F1F7-E77C-4048-AD30-C2F73A8B3900}">
      <dgm:prSet/>
      <dgm:spPr/>
      <dgm:t>
        <a:bodyPr/>
        <a:lstStyle/>
        <a:p>
          <a:endParaRPr lang="en-US" sz="2000"/>
        </a:p>
      </dgm:t>
    </dgm:pt>
    <dgm:pt modelId="{E8B22E9B-A331-0645-A9D2-3B464F71B227}">
      <dgm:prSet phldrT="[Text]" custT="1"/>
      <dgm:spPr/>
      <dgm:t>
        <a:bodyPr/>
        <a:lstStyle/>
        <a:p>
          <a:r>
            <a:rPr lang="en-US" sz="800"/>
            <a:t>Global Threat Intelligence</a:t>
          </a:r>
        </a:p>
      </dgm:t>
    </dgm:pt>
    <dgm:pt modelId="{AB89EF52-9133-824D-ACDA-4100D80ED2B3}" type="parTrans" cxnId="{D497BFA5-B507-7C4E-BE3E-9737D8CBB075}">
      <dgm:prSet/>
      <dgm:spPr/>
      <dgm:t>
        <a:bodyPr/>
        <a:lstStyle/>
        <a:p>
          <a:endParaRPr lang="en-US" sz="2000"/>
        </a:p>
      </dgm:t>
    </dgm:pt>
    <dgm:pt modelId="{8FD74B15-292D-FB48-9B98-33374F82B017}" type="sibTrans" cxnId="{D497BFA5-B507-7C4E-BE3E-9737D8CBB075}">
      <dgm:prSet/>
      <dgm:spPr/>
      <dgm:t>
        <a:bodyPr/>
        <a:lstStyle/>
        <a:p>
          <a:endParaRPr lang="en-US" sz="2000"/>
        </a:p>
      </dgm:t>
    </dgm:pt>
    <dgm:pt modelId="{0741395A-F96A-B74E-8110-77474AA023EC}">
      <dgm:prSet phldrT="[Text]" custT="1"/>
      <dgm:spPr/>
      <dgm:t>
        <a:bodyPr/>
        <a:lstStyle/>
        <a:p>
          <a:r>
            <a:rPr lang="en-US" sz="800"/>
            <a:t>Security Language Model</a:t>
          </a:r>
        </a:p>
      </dgm:t>
    </dgm:pt>
    <dgm:pt modelId="{0361CBD2-C2D0-4548-B1B1-2BD9B26F743E}" type="parTrans" cxnId="{5FC9FA18-F39C-0E4E-A3DA-E0124D307E7F}">
      <dgm:prSet/>
      <dgm:spPr/>
      <dgm:t>
        <a:bodyPr/>
        <a:lstStyle/>
        <a:p>
          <a:endParaRPr lang="en-US" sz="2000"/>
        </a:p>
      </dgm:t>
    </dgm:pt>
    <dgm:pt modelId="{7C2DE87C-9D7A-CB42-B0FA-198BEFA699EF}" type="sibTrans" cxnId="{5FC9FA18-F39C-0E4E-A3DA-E0124D307E7F}">
      <dgm:prSet/>
      <dgm:spPr/>
      <dgm:t>
        <a:bodyPr/>
        <a:lstStyle/>
        <a:p>
          <a:endParaRPr lang="en-US" sz="2000"/>
        </a:p>
      </dgm:t>
    </dgm:pt>
    <dgm:pt modelId="{E5A3A4B3-BC32-7540-A7E3-DB6CB81A6FE5}">
      <dgm:prSet phldrT="[Text]" custT="1"/>
      <dgm:spPr/>
      <dgm:t>
        <a:bodyPr/>
        <a:lstStyle/>
        <a:p>
          <a:r>
            <a:rPr lang="en-US" sz="800"/>
            <a:t>Legal &amp; Compliance</a:t>
          </a:r>
        </a:p>
      </dgm:t>
    </dgm:pt>
    <dgm:pt modelId="{1992EFE7-ECAD-0041-A95C-B4911831AD57}" type="parTrans" cxnId="{58A5061F-1856-3E44-A373-67400D8446CA}">
      <dgm:prSet/>
      <dgm:spPr/>
      <dgm:t>
        <a:bodyPr/>
        <a:lstStyle/>
        <a:p>
          <a:endParaRPr lang="en-US" sz="2000"/>
        </a:p>
      </dgm:t>
    </dgm:pt>
    <dgm:pt modelId="{B33A8AC3-4045-0446-9C42-D074BC68D963}" type="sibTrans" cxnId="{58A5061F-1856-3E44-A373-67400D8446CA}">
      <dgm:prSet/>
      <dgm:spPr/>
      <dgm:t>
        <a:bodyPr/>
        <a:lstStyle/>
        <a:p>
          <a:endParaRPr lang="en-US" sz="2000"/>
        </a:p>
      </dgm:t>
    </dgm:pt>
    <dgm:pt modelId="{E0CA1FE4-A673-EA43-9BEF-709C3BF2E808}" type="pres">
      <dgm:prSet presAssocID="{579B8922-610B-F048-989C-55C0402BC2D5}" presName="Name0" presStyleCnt="0">
        <dgm:presLayoutVars>
          <dgm:chMax val="1"/>
          <dgm:dir/>
          <dgm:animLvl val="ctr"/>
          <dgm:resizeHandles val="exact"/>
        </dgm:presLayoutVars>
      </dgm:prSet>
      <dgm:spPr/>
    </dgm:pt>
    <dgm:pt modelId="{D8A36A94-7CB2-464C-87E1-49E82DC7041A}" type="pres">
      <dgm:prSet presAssocID="{63054ED6-7B7D-D845-A2CD-94DE7B8ADD61}" presName="centerShape" presStyleLbl="node0" presStyleIdx="0" presStyleCnt="1"/>
      <dgm:spPr/>
    </dgm:pt>
    <dgm:pt modelId="{04EF393B-F1FF-504B-9392-3BEAD7FB128E}" type="pres">
      <dgm:prSet presAssocID="{5C3C0AAB-D848-984E-8463-B7AA80176EB9}" presName="node" presStyleLbl="node1" presStyleIdx="0" presStyleCnt="9">
        <dgm:presLayoutVars>
          <dgm:bulletEnabled val="1"/>
        </dgm:presLayoutVars>
      </dgm:prSet>
      <dgm:spPr/>
    </dgm:pt>
    <dgm:pt modelId="{1D3897EB-5A6C-9246-BB0F-DF1779F57BBF}" type="pres">
      <dgm:prSet presAssocID="{5C3C0AAB-D848-984E-8463-B7AA80176EB9}" presName="dummy" presStyleCnt="0"/>
      <dgm:spPr/>
    </dgm:pt>
    <dgm:pt modelId="{18A825CD-EFBC-2243-A565-B252AFF54072}" type="pres">
      <dgm:prSet presAssocID="{B99D788A-EDB0-8E40-8919-89D59F8EFE77}" presName="sibTrans" presStyleLbl="sibTrans2D1" presStyleIdx="0" presStyleCnt="9"/>
      <dgm:spPr/>
    </dgm:pt>
    <dgm:pt modelId="{A50745CE-74E4-6F43-BB1C-DFCB8AF3FAA7}" type="pres">
      <dgm:prSet presAssocID="{85678D3A-6E33-1945-A16C-78AAA80A57B0}" presName="node" presStyleLbl="node1" presStyleIdx="1" presStyleCnt="9">
        <dgm:presLayoutVars>
          <dgm:bulletEnabled val="1"/>
        </dgm:presLayoutVars>
      </dgm:prSet>
      <dgm:spPr/>
    </dgm:pt>
    <dgm:pt modelId="{8230FE8F-F555-944F-B90C-5B6966CFFBC2}" type="pres">
      <dgm:prSet presAssocID="{85678D3A-6E33-1945-A16C-78AAA80A57B0}" presName="dummy" presStyleCnt="0"/>
      <dgm:spPr/>
    </dgm:pt>
    <dgm:pt modelId="{2B26FF6D-9606-7142-B700-9D3459D70F5D}" type="pres">
      <dgm:prSet presAssocID="{9849A36A-3DEE-A84A-9370-E4C06079E668}" presName="sibTrans" presStyleLbl="sibTrans2D1" presStyleIdx="1" presStyleCnt="9"/>
      <dgm:spPr/>
    </dgm:pt>
    <dgm:pt modelId="{9A76D26C-287F-0642-B75B-0BF48BDE5F48}" type="pres">
      <dgm:prSet presAssocID="{69D8DD34-AA80-FA4E-91BF-8EB0B2E96282}" presName="node" presStyleLbl="node1" presStyleIdx="2" presStyleCnt="9">
        <dgm:presLayoutVars>
          <dgm:bulletEnabled val="1"/>
        </dgm:presLayoutVars>
      </dgm:prSet>
      <dgm:spPr/>
    </dgm:pt>
    <dgm:pt modelId="{5AD4BD2C-065A-3E47-A700-FCD8FF43478B}" type="pres">
      <dgm:prSet presAssocID="{69D8DD34-AA80-FA4E-91BF-8EB0B2E96282}" presName="dummy" presStyleCnt="0"/>
      <dgm:spPr/>
    </dgm:pt>
    <dgm:pt modelId="{0ABB8FD0-1D63-954E-A9C5-B27628538DC4}" type="pres">
      <dgm:prSet presAssocID="{69CE5C23-1B28-CB49-9968-845FDCAF34A5}" presName="sibTrans" presStyleLbl="sibTrans2D1" presStyleIdx="2" presStyleCnt="9"/>
      <dgm:spPr/>
    </dgm:pt>
    <dgm:pt modelId="{A488B6C9-17F0-2E48-B965-D2A615BB36F6}" type="pres">
      <dgm:prSet presAssocID="{EB8B9EC0-641C-374F-A513-D3561B5BA9B8}" presName="node" presStyleLbl="node1" presStyleIdx="3" presStyleCnt="9">
        <dgm:presLayoutVars>
          <dgm:bulletEnabled val="1"/>
        </dgm:presLayoutVars>
      </dgm:prSet>
      <dgm:spPr/>
    </dgm:pt>
    <dgm:pt modelId="{A4E3174A-4A88-8A4F-90DE-54B1377164A6}" type="pres">
      <dgm:prSet presAssocID="{EB8B9EC0-641C-374F-A513-D3561B5BA9B8}" presName="dummy" presStyleCnt="0"/>
      <dgm:spPr/>
    </dgm:pt>
    <dgm:pt modelId="{F7FE8A45-8D81-5948-B114-4AB4BE5A6D12}" type="pres">
      <dgm:prSet presAssocID="{8273CB2B-48D8-984A-8D29-65A5AA9281CF}" presName="sibTrans" presStyleLbl="sibTrans2D1" presStyleIdx="3" presStyleCnt="9"/>
      <dgm:spPr/>
    </dgm:pt>
    <dgm:pt modelId="{D7993C44-60DF-3E44-88F8-2C0C514EFE0D}" type="pres">
      <dgm:prSet presAssocID="{49CFABDD-9004-E44E-8170-E38D49FE6ACC}" presName="node" presStyleLbl="node1" presStyleIdx="4" presStyleCnt="9">
        <dgm:presLayoutVars>
          <dgm:bulletEnabled val="1"/>
        </dgm:presLayoutVars>
      </dgm:prSet>
      <dgm:spPr/>
    </dgm:pt>
    <dgm:pt modelId="{AE3410E8-7A53-534A-8972-0DF3DFEE0C67}" type="pres">
      <dgm:prSet presAssocID="{49CFABDD-9004-E44E-8170-E38D49FE6ACC}" presName="dummy" presStyleCnt="0"/>
      <dgm:spPr/>
    </dgm:pt>
    <dgm:pt modelId="{D103856B-7558-4245-BD59-9E55A1C16F75}" type="pres">
      <dgm:prSet presAssocID="{4C0633FD-C0EA-A14D-8F9D-3C44594E22D5}" presName="sibTrans" presStyleLbl="sibTrans2D1" presStyleIdx="4" presStyleCnt="9"/>
      <dgm:spPr/>
    </dgm:pt>
    <dgm:pt modelId="{018542D2-18B5-F644-9D98-4C9B43898500}" type="pres">
      <dgm:prSet presAssocID="{E8B22E9B-A331-0645-A9D2-3B464F71B227}" presName="node" presStyleLbl="node1" presStyleIdx="5" presStyleCnt="9">
        <dgm:presLayoutVars>
          <dgm:bulletEnabled val="1"/>
        </dgm:presLayoutVars>
      </dgm:prSet>
      <dgm:spPr/>
    </dgm:pt>
    <dgm:pt modelId="{E73777E6-838B-9444-95D6-39DAF7C9F8F1}" type="pres">
      <dgm:prSet presAssocID="{E8B22E9B-A331-0645-A9D2-3B464F71B227}" presName="dummy" presStyleCnt="0"/>
      <dgm:spPr/>
    </dgm:pt>
    <dgm:pt modelId="{BEB75290-8E10-0A46-9780-CA5E9DD16A6F}" type="pres">
      <dgm:prSet presAssocID="{8FD74B15-292D-FB48-9B98-33374F82B017}" presName="sibTrans" presStyleLbl="sibTrans2D1" presStyleIdx="5" presStyleCnt="9"/>
      <dgm:spPr/>
    </dgm:pt>
    <dgm:pt modelId="{5970F1F5-6623-2E4F-8918-2E3F61AB5B64}" type="pres">
      <dgm:prSet presAssocID="{E5A3A4B3-BC32-7540-A7E3-DB6CB81A6FE5}" presName="node" presStyleLbl="node1" presStyleIdx="6" presStyleCnt="9">
        <dgm:presLayoutVars>
          <dgm:bulletEnabled val="1"/>
        </dgm:presLayoutVars>
      </dgm:prSet>
      <dgm:spPr/>
    </dgm:pt>
    <dgm:pt modelId="{D854CE4A-DD4B-CB43-96FF-D300B052D27D}" type="pres">
      <dgm:prSet presAssocID="{E5A3A4B3-BC32-7540-A7E3-DB6CB81A6FE5}" presName="dummy" presStyleCnt="0"/>
      <dgm:spPr/>
    </dgm:pt>
    <dgm:pt modelId="{3F8A4722-9339-0B43-9B18-585410C13FF9}" type="pres">
      <dgm:prSet presAssocID="{B33A8AC3-4045-0446-9C42-D074BC68D963}" presName="sibTrans" presStyleLbl="sibTrans2D1" presStyleIdx="6" presStyleCnt="9"/>
      <dgm:spPr/>
    </dgm:pt>
    <dgm:pt modelId="{3A01ADC3-B481-C145-8B1C-8383048A6926}" type="pres">
      <dgm:prSet presAssocID="{91C5442B-D002-C549-B0CB-805CED332234}" presName="node" presStyleLbl="node1" presStyleIdx="7" presStyleCnt="9">
        <dgm:presLayoutVars>
          <dgm:bulletEnabled val="1"/>
        </dgm:presLayoutVars>
      </dgm:prSet>
      <dgm:spPr/>
    </dgm:pt>
    <dgm:pt modelId="{B6081DA4-667F-6948-A063-1B8FC4CCC510}" type="pres">
      <dgm:prSet presAssocID="{91C5442B-D002-C549-B0CB-805CED332234}" presName="dummy" presStyleCnt="0"/>
      <dgm:spPr/>
    </dgm:pt>
    <dgm:pt modelId="{9ED953C9-7FBC-6146-BC08-35138F4B76B8}" type="pres">
      <dgm:prSet presAssocID="{90F52EC7-764A-5D4F-90FF-706F29D7E6DF}" presName="sibTrans" presStyleLbl="sibTrans2D1" presStyleIdx="7" presStyleCnt="9"/>
      <dgm:spPr/>
    </dgm:pt>
    <dgm:pt modelId="{0B1F1FE8-8903-7E4C-B00A-52723BAA92FF}" type="pres">
      <dgm:prSet presAssocID="{0741395A-F96A-B74E-8110-77474AA023EC}" presName="node" presStyleLbl="node1" presStyleIdx="8" presStyleCnt="9">
        <dgm:presLayoutVars>
          <dgm:bulletEnabled val="1"/>
        </dgm:presLayoutVars>
      </dgm:prSet>
      <dgm:spPr/>
    </dgm:pt>
    <dgm:pt modelId="{44A1AD2B-ED7F-5E42-BABB-E9EB8DDEA73A}" type="pres">
      <dgm:prSet presAssocID="{0741395A-F96A-B74E-8110-77474AA023EC}" presName="dummy" presStyleCnt="0"/>
      <dgm:spPr/>
    </dgm:pt>
    <dgm:pt modelId="{AF669067-E62B-2B4B-9036-239F7310E933}" type="pres">
      <dgm:prSet presAssocID="{7C2DE87C-9D7A-CB42-B0FA-198BEFA699EF}" presName="sibTrans" presStyleLbl="sibTrans2D1" presStyleIdx="8" presStyleCnt="9"/>
      <dgm:spPr/>
    </dgm:pt>
  </dgm:ptLst>
  <dgm:cxnLst>
    <dgm:cxn modelId="{DE5AE213-18B7-F141-AB8F-BAC81058FE87}" type="presOf" srcId="{4C0633FD-C0EA-A14D-8F9D-3C44594E22D5}" destId="{D103856B-7558-4245-BD59-9E55A1C16F75}" srcOrd="0" destOrd="0" presId="urn:microsoft.com/office/officeart/2005/8/layout/radial6"/>
    <dgm:cxn modelId="{5179FD17-DB52-9A4A-8D8D-F8A820044D91}" type="presOf" srcId="{7C2DE87C-9D7A-CB42-B0FA-198BEFA699EF}" destId="{AF669067-E62B-2B4B-9036-239F7310E933}" srcOrd="0" destOrd="0" presId="urn:microsoft.com/office/officeart/2005/8/layout/radial6"/>
    <dgm:cxn modelId="{5FC9FA18-F39C-0E4E-A3DA-E0124D307E7F}" srcId="{63054ED6-7B7D-D845-A2CD-94DE7B8ADD61}" destId="{0741395A-F96A-B74E-8110-77474AA023EC}" srcOrd="8" destOrd="0" parTransId="{0361CBD2-C2D0-4548-B1B1-2BD9B26F743E}" sibTransId="{7C2DE87C-9D7A-CB42-B0FA-198BEFA699EF}"/>
    <dgm:cxn modelId="{97160E1C-F3F1-F24B-B907-3799AB945B1B}" type="presOf" srcId="{91C5442B-D002-C549-B0CB-805CED332234}" destId="{3A01ADC3-B481-C145-8B1C-8383048A6926}" srcOrd="0" destOrd="0" presId="urn:microsoft.com/office/officeart/2005/8/layout/radial6"/>
    <dgm:cxn modelId="{23321F1E-5064-0542-9AE7-2C4FADCCA85E}" type="presOf" srcId="{579B8922-610B-F048-989C-55C0402BC2D5}" destId="{E0CA1FE4-A673-EA43-9BEF-709C3BF2E808}" srcOrd="0" destOrd="0" presId="urn:microsoft.com/office/officeart/2005/8/layout/radial6"/>
    <dgm:cxn modelId="{58A5061F-1856-3E44-A373-67400D8446CA}" srcId="{63054ED6-7B7D-D845-A2CD-94DE7B8ADD61}" destId="{E5A3A4B3-BC32-7540-A7E3-DB6CB81A6FE5}" srcOrd="6" destOrd="0" parTransId="{1992EFE7-ECAD-0041-A95C-B4911831AD57}" sibTransId="{B33A8AC3-4045-0446-9C42-D074BC68D963}"/>
    <dgm:cxn modelId="{3FA9DC31-127E-D44C-BDB8-CB95BEF1C50F}" type="presOf" srcId="{B33A8AC3-4045-0446-9C42-D074BC68D963}" destId="{3F8A4722-9339-0B43-9B18-585410C13FF9}" srcOrd="0" destOrd="0" presId="urn:microsoft.com/office/officeart/2005/8/layout/radial6"/>
    <dgm:cxn modelId="{99864B38-CED9-1449-9C68-656F34CA487C}" type="presOf" srcId="{0741395A-F96A-B74E-8110-77474AA023EC}" destId="{0B1F1FE8-8903-7E4C-B00A-52723BAA92FF}" srcOrd="0" destOrd="0" presId="urn:microsoft.com/office/officeart/2005/8/layout/radial6"/>
    <dgm:cxn modelId="{218E2E3B-1499-0A48-9B5B-0BF7504BB195}" type="presOf" srcId="{69D8DD34-AA80-FA4E-91BF-8EB0B2E96282}" destId="{9A76D26C-287F-0642-B75B-0BF48BDE5F48}" srcOrd="0" destOrd="0" presId="urn:microsoft.com/office/officeart/2005/8/layout/radial6"/>
    <dgm:cxn modelId="{06BF1143-80C8-EC46-A3B8-B6689361468C}" type="presOf" srcId="{B99D788A-EDB0-8E40-8919-89D59F8EFE77}" destId="{18A825CD-EFBC-2243-A565-B252AFF54072}" srcOrd="0" destOrd="0" presId="urn:microsoft.com/office/officeart/2005/8/layout/radial6"/>
    <dgm:cxn modelId="{EC1AEC85-938A-D64F-8EA2-5DF48D618A90}" srcId="{63054ED6-7B7D-D845-A2CD-94DE7B8ADD61}" destId="{85678D3A-6E33-1945-A16C-78AAA80A57B0}" srcOrd="1" destOrd="0" parTransId="{75EA9606-6527-4D43-94CA-8F716DA2B24C}" sibTransId="{9849A36A-3DEE-A84A-9370-E4C06079E668}"/>
    <dgm:cxn modelId="{8C87D48B-B8A1-5049-B837-CC1753E5ED02}" srcId="{63054ED6-7B7D-D845-A2CD-94DE7B8ADD61}" destId="{49CFABDD-9004-E44E-8170-E38D49FE6ACC}" srcOrd="4" destOrd="0" parTransId="{9571098F-A940-9645-A602-8BB370AE0580}" sibTransId="{4C0633FD-C0EA-A14D-8F9D-3C44594E22D5}"/>
    <dgm:cxn modelId="{7ADBD892-05BD-8F4A-9AC4-4FD447A822BB}" type="presOf" srcId="{85678D3A-6E33-1945-A16C-78AAA80A57B0}" destId="{A50745CE-74E4-6F43-BB1C-DFCB8AF3FAA7}" srcOrd="0" destOrd="0" presId="urn:microsoft.com/office/officeart/2005/8/layout/radial6"/>
    <dgm:cxn modelId="{DD64E695-FAA2-D647-B2CF-3247A3DBE401}" srcId="{63054ED6-7B7D-D845-A2CD-94DE7B8ADD61}" destId="{5C3C0AAB-D848-984E-8463-B7AA80176EB9}" srcOrd="0" destOrd="0" parTransId="{CAF9EF96-0EAA-9F41-AF8D-AD3E7F5E2EFA}" sibTransId="{B99D788A-EDB0-8E40-8919-89D59F8EFE77}"/>
    <dgm:cxn modelId="{29AFAD99-DBD3-B54D-9108-6827240DD9AD}" type="presOf" srcId="{E8B22E9B-A331-0645-A9D2-3B464F71B227}" destId="{018542D2-18B5-F644-9D98-4C9B43898500}" srcOrd="0" destOrd="0" presId="urn:microsoft.com/office/officeart/2005/8/layout/radial6"/>
    <dgm:cxn modelId="{F28A349B-5781-BD4D-8B03-7BE6A5347E6E}" type="presOf" srcId="{8FD74B15-292D-FB48-9B98-33374F82B017}" destId="{BEB75290-8E10-0A46-9780-CA5E9DD16A6F}" srcOrd="0" destOrd="0" presId="urn:microsoft.com/office/officeart/2005/8/layout/radial6"/>
    <dgm:cxn modelId="{A175F3A0-A954-7544-BAEF-11505C2EDD27}" type="presOf" srcId="{EB8B9EC0-641C-374F-A513-D3561B5BA9B8}" destId="{A488B6C9-17F0-2E48-B965-D2A615BB36F6}" srcOrd="0" destOrd="0" presId="urn:microsoft.com/office/officeart/2005/8/layout/radial6"/>
    <dgm:cxn modelId="{B00A8BA3-E48B-0C49-9C6A-A61BE3E39AEA}" type="presOf" srcId="{69CE5C23-1B28-CB49-9968-845FDCAF34A5}" destId="{0ABB8FD0-1D63-954E-A9C5-B27628538DC4}" srcOrd="0" destOrd="0" presId="urn:microsoft.com/office/officeart/2005/8/layout/radial6"/>
    <dgm:cxn modelId="{D497BFA5-B507-7C4E-BE3E-9737D8CBB075}" srcId="{63054ED6-7B7D-D845-A2CD-94DE7B8ADD61}" destId="{E8B22E9B-A331-0645-A9D2-3B464F71B227}" srcOrd="5" destOrd="0" parTransId="{AB89EF52-9133-824D-ACDA-4100D80ED2B3}" sibTransId="{8FD74B15-292D-FB48-9B98-33374F82B017}"/>
    <dgm:cxn modelId="{CD5F56A6-9688-4A47-99E1-F087ABADC6CA}" type="presOf" srcId="{63054ED6-7B7D-D845-A2CD-94DE7B8ADD61}" destId="{D8A36A94-7CB2-464C-87E1-49E82DC7041A}" srcOrd="0" destOrd="0" presId="urn:microsoft.com/office/officeart/2005/8/layout/radial6"/>
    <dgm:cxn modelId="{28E75EA9-D82C-7E4A-B29E-2FDA405BB4D1}" type="presOf" srcId="{90F52EC7-764A-5D4F-90FF-706F29D7E6DF}" destId="{9ED953C9-7FBC-6146-BC08-35138F4B76B8}" srcOrd="0" destOrd="0" presId="urn:microsoft.com/office/officeart/2005/8/layout/radial6"/>
    <dgm:cxn modelId="{FFA0E7CE-38AF-A140-AC77-D969D98A9244}" srcId="{63054ED6-7B7D-D845-A2CD-94DE7B8ADD61}" destId="{69D8DD34-AA80-FA4E-91BF-8EB0B2E96282}" srcOrd="2" destOrd="0" parTransId="{AD72444D-E63E-B644-980D-8C2B6AC4DECF}" sibTransId="{69CE5C23-1B28-CB49-9968-845FDCAF34A5}"/>
    <dgm:cxn modelId="{372991CF-45FE-8249-9EC4-98B273D5872D}" type="presOf" srcId="{E5A3A4B3-BC32-7540-A7E3-DB6CB81A6FE5}" destId="{5970F1F5-6623-2E4F-8918-2E3F61AB5B64}" srcOrd="0" destOrd="0" presId="urn:microsoft.com/office/officeart/2005/8/layout/radial6"/>
    <dgm:cxn modelId="{E2F25DD0-BDF5-D749-9D7A-2516D32C7D10}" type="presOf" srcId="{49CFABDD-9004-E44E-8170-E38D49FE6ACC}" destId="{D7993C44-60DF-3E44-88F8-2C0C514EFE0D}" srcOrd="0" destOrd="0" presId="urn:microsoft.com/office/officeart/2005/8/layout/radial6"/>
    <dgm:cxn modelId="{BF0AE7D4-6DE2-0C44-B647-BB7064964FDA}" srcId="{63054ED6-7B7D-D845-A2CD-94DE7B8ADD61}" destId="{EB8B9EC0-641C-374F-A513-D3561B5BA9B8}" srcOrd="3" destOrd="0" parTransId="{716DDED5-9D3E-AC4B-A39A-2F29F754D032}" sibTransId="{8273CB2B-48D8-984A-8D29-65A5AA9281CF}"/>
    <dgm:cxn modelId="{41977DD8-4ECE-BC4F-8349-76083DC12EF4}" type="presOf" srcId="{5C3C0AAB-D848-984E-8463-B7AA80176EB9}" destId="{04EF393B-F1FF-504B-9392-3BEAD7FB128E}" srcOrd="0" destOrd="0" presId="urn:microsoft.com/office/officeart/2005/8/layout/radial6"/>
    <dgm:cxn modelId="{C53AC2E8-2E33-FA4F-9D3F-A9075587FC40}" srcId="{579B8922-610B-F048-989C-55C0402BC2D5}" destId="{63054ED6-7B7D-D845-A2CD-94DE7B8ADD61}" srcOrd="0" destOrd="0" parTransId="{D082683D-5FBA-064A-8DB5-9B40AD55A5D3}" sibTransId="{01092873-CCB0-1849-8FDF-BD77539B77ED}"/>
    <dgm:cxn modelId="{3BB599F2-9C89-6B47-BB86-457B852BEB09}" type="presOf" srcId="{8273CB2B-48D8-984A-8D29-65A5AA9281CF}" destId="{F7FE8A45-8D81-5948-B114-4AB4BE5A6D12}" srcOrd="0" destOrd="0" presId="urn:microsoft.com/office/officeart/2005/8/layout/radial6"/>
    <dgm:cxn modelId="{62C3F1F7-E77C-4048-AD30-C2F73A8B3900}" srcId="{63054ED6-7B7D-D845-A2CD-94DE7B8ADD61}" destId="{91C5442B-D002-C549-B0CB-805CED332234}" srcOrd="7" destOrd="0" parTransId="{083C8E6E-3B43-0E44-9722-81847ADCA8A9}" sibTransId="{90F52EC7-764A-5D4F-90FF-706F29D7E6DF}"/>
    <dgm:cxn modelId="{397D84FB-9E31-544C-8FD7-6227596FA59E}" type="presOf" srcId="{9849A36A-3DEE-A84A-9370-E4C06079E668}" destId="{2B26FF6D-9606-7142-B700-9D3459D70F5D}" srcOrd="0" destOrd="0" presId="urn:microsoft.com/office/officeart/2005/8/layout/radial6"/>
    <dgm:cxn modelId="{5F82989C-DDF0-CD46-B21C-85A75B92B1F4}" type="presParOf" srcId="{E0CA1FE4-A673-EA43-9BEF-709C3BF2E808}" destId="{D8A36A94-7CB2-464C-87E1-49E82DC7041A}" srcOrd="0" destOrd="0" presId="urn:microsoft.com/office/officeart/2005/8/layout/radial6"/>
    <dgm:cxn modelId="{F0CAA1FC-C850-4642-8BC9-4CD7B489C5D9}" type="presParOf" srcId="{E0CA1FE4-A673-EA43-9BEF-709C3BF2E808}" destId="{04EF393B-F1FF-504B-9392-3BEAD7FB128E}" srcOrd="1" destOrd="0" presId="urn:microsoft.com/office/officeart/2005/8/layout/radial6"/>
    <dgm:cxn modelId="{DD9DE642-E765-884F-8672-18C34FDEEDBC}" type="presParOf" srcId="{E0CA1FE4-A673-EA43-9BEF-709C3BF2E808}" destId="{1D3897EB-5A6C-9246-BB0F-DF1779F57BBF}" srcOrd="2" destOrd="0" presId="urn:microsoft.com/office/officeart/2005/8/layout/radial6"/>
    <dgm:cxn modelId="{BF1C77E2-FA29-4A44-B9E2-BCA200CBF580}" type="presParOf" srcId="{E0CA1FE4-A673-EA43-9BEF-709C3BF2E808}" destId="{18A825CD-EFBC-2243-A565-B252AFF54072}" srcOrd="3" destOrd="0" presId="urn:microsoft.com/office/officeart/2005/8/layout/radial6"/>
    <dgm:cxn modelId="{8319F7CE-C8D5-1945-81DF-C81D60F903A1}" type="presParOf" srcId="{E0CA1FE4-A673-EA43-9BEF-709C3BF2E808}" destId="{A50745CE-74E4-6F43-BB1C-DFCB8AF3FAA7}" srcOrd="4" destOrd="0" presId="urn:microsoft.com/office/officeart/2005/8/layout/radial6"/>
    <dgm:cxn modelId="{336B6D40-E82D-5E47-94F3-300A70EF3611}" type="presParOf" srcId="{E0CA1FE4-A673-EA43-9BEF-709C3BF2E808}" destId="{8230FE8F-F555-944F-B90C-5B6966CFFBC2}" srcOrd="5" destOrd="0" presId="urn:microsoft.com/office/officeart/2005/8/layout/radial6"/>
    <dgm:cxn modelId="{ADF46B83-8896-4D49-AE52-22EBC0B01954}" type="presParOf" srcId="{E0CA1FE4-A673-EA43-9BEF-709C3BF2E808}" destId="{2B26FF6D-9606-7142-B700-9D3459D70F5D}" srcOrd="6" destOrd="0" presId="urn:microsoft.com/office/officeart/2005/8/layout/radial6"/>
    <dgm:cxn modelId="{28F9C684-03DE-F740-845E-FFD13887686E}" type="presParOf" srcId="{E0CA1FE4-A673-EA43-9BEF-709C3BF2E808}" destId="{9A76D26C-287F-0642-B75B-0BF48BDE5F48}" srcOrd="7" destOrd="0" presId="urn:microsoft.com/office/officeart/2005/8/layout/radial6"/>
    <dgm:cxn modelId="{38C2B674-EC55-DD44-AD1E-DDFD5E2F0F18}" type="presParOf" srcId="{E0CA1FE4-A673-EA43-9BEF-709C3BF2E808}" destId="{5AD4BD2C-065A-3E47-A700-FCD8FF43478B}" srcOrd="8" destOrd="0" presId="urn:microsoft.com/office/officeart/2005/8/layout/radial6"/>
    <dgm:cxn modelId="{A734FA3C-F786-0047-A2AF-32263442A5D1}" type="presParOf" srcId="{E0CA1FE4-A673-EA43-9BEF-709C3BF2E808}" destId="{0ABB8FD0-1D63-954E-A9C5-B27628538DC4}" srcOrd="9" destOrd="0" presId="urn:microsoft.com/office/officeart/2005/8/layout/radial6"/>
    <dgm:cxn modelId="{E6B3C6E9-A81A-E34C-BE40-A8BFF4C20640}" type="presParOf" srcId="{E0CA1FE4-A673-EA43-9BEF-709C3BF2E808}" destId="{A488B6C9-17F0-2E48-B965-D2A615BB36F6}" srcOrd="10" destOrd="0" presId="urn:microsoft.com/office/officeart/2005/8/layout/radial6"/>
    <dgm:cxn modelId="{42D1671E-060F-544A-9206-F210C3C9540A}" type="presParOf" srcId="{E0CA1FE4-A673-EA43-9BEF-709C3BF2E808}" destId="{A4E3174A-4A88-8A4F-90DE-54B1377164A6}" srcOrd="11" destOrd="0" presId="urn:microsoft.com/office/officeart/2005/8/layout/radial6"/>
    <dgm:cxn modelId="{F2987DEE-30CA-5F40-A451-EE2044C86666}" type="presParOf" srcId="{E0CA1FE4-A673-EA43-9BEF-709C3BF2E808}" destId="{F7FE8A45-8D81-5948-B114-4AB4BE5A6D12}" srcOrd="12" destOrd="0" presId="urn:microsoft.com/office/officeart/2005/8/layout/radial6"/>
    <dgm:cxn modelId="{20E9EEAE-350B-8C48-9688-E7EB44F82AED}" type="presParOf" srcId="{E0CA1FE4-A673-EA43-9BEF-709C3BF2E808}" destId="{D7993C44-60DF-3E44-88F8-2C0C514EFE0D}" srcOrd="13" destOrd="0" presId="urn:microsoft.com/office/officeart/2005/8/layout/radial6"/>
    <dgm:cxn modelId="{00D9D1F8-F999-8744-B87B-BFCB6DE53A4F}" type="presParOf" srcId="{E0CA1FE4-A673-EA43-9BEF-709C3BF2E808}" destId="{AE3410E8-7A53-534A-8972-0DF3DFEE0C67}" srcOrd="14" destOrd="0" presId="urn:microsoft.com/office/officeart/2005/8/layout/radial6"/>
    <dgm:cxn modelId="{91A59BC0-2536-2142-9D2C-BB5EEF7EB0D1}" type="presParOf" srcId="{E0CA1FE4-A673-EA43-9BEF-709C3BF2E808}" destId="{D103856B-7558-4245-BD59-9E55A1C16F75}" srcOrd="15" destOrd="0" presId="urn:microsoft.com/office/officeart/2005/8/layout/radial6"/>
    <dgm:cxn modelId="{2E7FB017-ECDA-F949-AF37-8052DCA8295E}" type="presParOf" srcId="{E0CA1FE4-A673-EA43-9BEF-709C3BF2E808}" destId="{018542D2-18B5-F644-9D98-4C9B43898500}" srcOrd="16" destOrd="0" presId="urn:microsoft.com/office/officeart/2005/8/layout/radial6"/>
    <dgm:cxn modelId="{458A4BD1-B265-D946-8466-30498CB0A70C}" type="presParOf" srcId="{E0CA1FE4-A673-EA43-9BEF-709C3BF2E808}" destId="{E73777E6-838B-9444-95D6-39DAF7C9F8F1}" srcOrd="17" destOrd="0" presId="urn:microsoft.com/office/officeart/2005/8/layout/radial6"/>
    <dgm:cxn modelId="{18066530-4E33-714C-A44B-F1C5A2F908A5}" type="presParOf" srcId="{E0CA1FE4-A673-EA43-9BEF-709C3BF2E808}" destId="{BEB75290-8E10-0A46-9780-CA5E9DD16A6F}" srcOrd="18" destOrd="0" presId="urn:microsoft.com/office/officeart/2005/8/layout/radial6"/>
    <dgm:cxn modelId="{F10AE91D-989D-254B-BDFE-F849129314F0}" type="presParOf" srcId="{E0CA1FE4-A673-EA43-9BEF-709C3BF2E808}" destId="{5970F1F5-6623-2E4F-8918-2E3F61AB5B64}" srcOrd="19" destOrd="0" presId="urn:microsoft.com/office/officeart/2005/8/layout/radial6"/>
    <dgm:cxn modelId="{9DC8E5EB-2C51-B343-91BA-6B0D13939D49}" type="presParOf" srcId="{E0CA1FE4-A673-EA43-9BEF-709C3BF2E808}" destId="{D854CE4A-DD4B-CB43-96FF-D300B052D27D}" srcOrd="20" destOrd="0" presId="urn:microsoft.com/office/officeart/2005/8/layout/radial6"/>
    <dgm:cxn modelId="{4E3D5674-3C4A-3449-8668-D3B251DD20D5}" type="presParOf" srcId="{E0CA1FE4-A673-EA43-9BEF-709C3BF2E808}" destId="{3F8A4722-9339-0B43-9B18-585410C13FF9}" srcOrd="21" destOrd="0" presId="urn:microsoft.com/office/officeart/2005/8/layout/radial6"/>
    <dgm:cxn modelId="{48A5F305-D023-6443-988E-899C85290C88}" type="presParOf" srcId="{E0CA1FE4-A673-EA43-9BEF-709C3BF2E808}" destId="{3A01ADC3-B481-C145-8B1C-8383048A6926}" srcOrd="22" destOrd="0" presId="urn:microsoft.com/office/officeart/2005/8/layout/radial6"/>
    <dgm:cxn modelId="{D7D70552-44B5-3748-A62C-992C49D0031C}" type="presParOf" srcId="{E0CA1FE4-A673-EA43-9BEF-709C3BF2E808}" destId="{B6081DA4-667F-6948-A063-1B8FC4CCC510}" srcOrd="23" destOrd="0" presId="urn:microsoft.com/office/officeart/2005/8/layout/radial6"/>
    <dgm:cxn modelId="{AAC6467D-0A7F-D446-BFD4-F7427A49CA0A}" type="presParOf" srcId="{E0CA1FE4-A673-EA43-9BEF-709C3BF2E808}" destId="{9ED953C9-7FBC-6146-BC08-35138F4B76B8}" srcOrd="24" destOrd="0" presId="urn:microsoft.com/office/officeart/2005/8/layout/radial6"/>
    <dgm:cxn modelId="{DF8F11CD-2ECA-9F43-860D-BF7C2B8BD91D}" type="presParOf" srcId="{E0CA1FE4-A673-EA43-9BEF-709C3BF2E808}" destId="{0B1F1FE8-8903-7E4C-B00A-52723BAA92FF}" srcOrd="25" destOrd="0" presId="urn:microsoft.com/office/officeart/2005/8/layout/radial6"/>
    <dgm:cxn modelId="{EA8E0268-7A8D-2844-AA2B-2F06F1C56339}" type="presParOf" srcId="{E0CA1FE4-A673-EA43-9BEF-709C3BF2E808}" destId="{44A1AD2B-ED7F-5E42-BABB-E9EB8DDEA73A}" srcOrd="26" destOrd="0" presId="urn:microsoft.com/office/officeart/2005/8/layout/radial6"/>
    <dgm:cxn modelId="{7DD8DAA2-9C0F-E04F-BFFC-A2A531FBC954}" type="presParOf" srcId="{E0CA1FE4-A673-EA43-9BEF-709C3BF2E808}" destId="{AF669067-E62B-2B4B-9036-239F7310E933}" srcOrd="27"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669067-E62B-2B4B-9036-239F7310E933}">
      <dsp:nvSpPr>
        <dsp:cNvPr id="0" name=""/>
        <dsp:cNvSpPr/>
      </dsp:nvSpPr>
      <dsp:spPr>
        <a:xfrm>
          <a:off x="1744721" y="458918"/>
          <a:ext cx="4638557" cy="4638557"/>
        </a:xfrm>
        <a:prstGeom prst="blockArc">
          <a:avLst>
            <a:gd name="adj1" fmla="val 13800000"/>
            <a:gd name="adj2" fmla="val 16200000"/>
            <a:gd name="adj3" fmla="val 3062"/>
          </a:avLst>
        </a:prstGeom>
        <a:solidFill>
          <a:schemeClr val="accent4">
            <a:hueOff val="1221078"/>
            <a:satOff val="-46523"/>
            <a:lumOff val="2313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ED953C9-7FBC-6146-BC08-35138F4B76B8}">
      <dsp:nvSpPr>
        <dsp:cNvPr id="0" name=""/>
        <dsp:cNvSpPr/>
      </dsp:nvSpPr>
      <dsp:spPr>
        <a:xfrm>
          <a:off x="1744721" y="458918"/>
          <a:ext cx="4638557" cy="4638557"/>
        </a:xfrm>
        <a:prstGeom prst="blockArc">
          <a:avLst>
            <a:gd name="adj1" fmla="val 11400000"/>
            <a:gd name="adj2" fmla="val 13800000"/>
            <a:gd name="adj3" fmla="val 3062"/>
          </a:avLst>
        </a:prstGeom>
        <a:solidFill>
          <a:schemeClr val="accent4">
            <a:hueOff val="1068443"/>
            <a:satOff val="-40708"/>
            <a:lumOff val="2024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F8A4722-9339-0B43-9B18-585410C13FF9}">
      <dsp:nvSpPr>
        <dsp:cNvPr id="0" name=""/>
        <dsp:cNvSpPr/>
      </dsp:nvSpPr>
      <dsp:spPr>
        <a:xfrm>
          <a:off x="1744721" y="458918"/>
          <a:ext cx="4638557" cy="4638557"/>
        </a:xfrm>
        <a:prstGeom prst="blockArc">
          <a:avLst>
            <a:gd name="adj1" fmla="val 9000000"/>
            <a:gd name="adj2" fmla="val 11400000"/>
            <a:gd name="adj3" fmla="val 3062"/>
          </a:avLst>
        </a:prstGeom>
        <a:solidFill>
          <a:schemeClr val="accent4">
            <a:hueOff val="915809"/>
            <a:satOff val="-34892"/>
            <a:lumOff val="1735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EB75290-8E10-0A46-9780-CA5E9DD16A6F}">
      <dsp:nvSpPr>
        <dsp:cNvPr id="0" name=""/>
        <dsp:cNvSpPr/>
      </dsp:nvSpPr>
      <dsp:spPr>
        <a:xfrm>
          <a:off x="1744721" y="458918"/>
          <a:ext cx="4638557" cy="4638557"/>
        </a:xfrm>
        <a:prstGeom prst="blockArc">
          <a:avLst>
            <a:gd name="adj1" fmla="val 6600000"/>
            <a:gd name="adj2" fmla="val 9000000"/>
            <a:gd name="adj3" fmla="val 3062"/>
          </a:avLst>
        </a:prstGeom>
        <a:solidFill>
          <a:schemeClr val="accent4">
            <a:hueOff val="763174"/>
            <a:satOff val="-29077"/>
            <a:lumOff val="14459"/>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103856B-7558-4245-BD59-9E55A1C16F75}">
      <dsp:nvSpPr>
        <dsp:cNvPr id="0" name=""/>
        <dsp:cNvSpPr/>
      </dsp:nvSpPr>
      <dsp:spPr>
        <a:xfrm>
          <a:off x="1744721" y="458918"/>
          <a:ext cx="4638557" cy="4638557"/>
        </a:xfrm>
        <a:prstGeom prst="blockArc">
          <a:avLst>
            <a:gd name="adj1" fmla="val 4200000"/>
            <a:gd name="adj2" fmla="val 6600000"/>
            <a:gd name="adj3" fmla="val 3062"/>
          </a:avLst>
        </a:prstGeom>
        <a:solidFill>
          <a:schemeClr val="accent4">
            <a:hueOff val="610539"/>
            <a:satOff val="-23261"/>
            <a:lumOff val="1156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7FE8A45-8D81-5948-B114-4AB4BE5A6D12}">
      <dsp:nvSpPr>
        <dsp:cNvPr id="0" name=""/>
        <dsp:cNvSpPr/>
      </dsp:nvSpPr>
      <dsp:spPr>
        <a:xfrm>
          <a:off x="1744721" y="458918"/>
          <a:ext cx="4638557" cy="4638557"/>
        </a:xfrm>
        <a:prstGeom prst="blockArc">
          <a:avLst>
            <a:gd name="adj1" fmla="val 1800000"/>
            <a:gd name="adj2" fmla="val 4200000"/>
            <a:gd name="adj3" fmla="val 3062"/>
          </a:avLst>
        </a:prstGeom>
        <a:solidFill>
          <a:schemeClr val="accent4">
            <a:hueOff val="457904"/>
            <a:satOff val="-17446"/>
            <a:lumOff val="867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ABB8FD0-1D63-954E-A9C5-B27628538DC4}">
      <dsp:nvSpPr>
        <dsp:cNvPr id="0" name=""/>
        <dsp:cNvSpPr/>
      </dsp:nvSpPr>
      <dsp:spPr>
        <a:xfrm>
          <a:off x="1744721" y="458918"/>
          <a:ext cx="4638557" cy="4638557"/>
        </a:xfrm>
        <a:prstGeom prst="blockArc">
          <a:avLst>
            <a:gd name="adj1" fmla="val 21000000"/>
            <a:gd name="adj2" fmla="val 1800000"/>
            <a:gd name="adj3" fmla="val 3062"/>
          </a:avLst>
        </a:prstGeom>
        <a:solidFill>
          <a:schemeClr val="accent4">
            <a:hueOff val="305270"/>
            <a:satOff val="-11631"/>
            <a:lumOff val="578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B26FF6D-9606-7142-B700-9D3459D70F5D}">
      <dsp:nvSpPr>
        <dsp:cNvPr id="0" name=""/>
        <dsp:cNvSpPr/>
      </dsp:nvSpPr>
      <dsp:spPr>
        <a:xfrm>
          <a:off x="1744721" y="458918"/>
          <a:ext cx="4638557" cy="4638557"/>
        </a:xfrm>
        <a:prstGeom prst="blockArc">
          <a:avLst>
            <a:gd name="adj1" fmla="val 18600000"/>
            <a:gd name="adj2" fmla="val 21000000"/>
            <a:gd name="adj3" fmla="val 3062"/>
          </a:avLst>
        </a:prstGeom>
        <a:solidFill>
          <a:schemeClr val="accent4">
            <a:hueOff val="152635"/>
            <a:satOff val="-5815"/>
            <a:lumOff val="289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8A825CD-EFBC-2243-A565-B252AFF54072}">
      <dsp:nvSpPr>
        <dsp:cNvPr id="0" name=""/>
        <dsp:cNvSpPr/>
      </dsp:nvSpPr>
      <dsp:spPr>
        <a:xfrm>
          <a:off x="1744721" y="458918"/>
          <a:ext cx="4638557" cy="4638557"/>
        </a:xfrm>
        <a:prstGeom prst="blockArc">
          <a:avLst>
            <a:gd name="adj1" fmla="val 16200000"/>
            <a:gd name="adj2" fmla="val 18600000"/>
            <a:gd name="adj3" fmla="val 3062"/>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8A36A94-7CB2-464C-87E1-49E82DC7041A}">
      <dsp:nvSpPr>
        <dsp:cNvPr id="0" name=""/>
        <dsp:cNvSpPr/>
      </dsp:nvSpPr>
      <dsp:spPr>
        <a:xfrm>
          <a:off x="3359546" y="2073744"/>
          <a:ext cx="1408906" cy="1408906"/>
        </a:xfrm>
        <a:prstGeom prst="ellipse">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i="1" kern="1200"/>
            <a:t>Athena</a:t>
          </a:r>
        </a:p>
      </dsp:txBody>
      <dsp:txXfrm>
        <a:off x="3565876" y="2280074"/>
        <a:ext cx="996246" cy="996246"/>
      </dsp:txXfrm>
    </dsp:sp>
    <dsp:sp modelId="{04EF393B-F1FF-504B-9392-3BEAD7FB128E}">
      <dsp:nvSpPr>
        <dsp:cNvPr id="0" name=""/>
        <dsp:cNvSpPr/>
      </dsp:nvSpPr>
      <dsp:spPr>
        <a:xfrm>
          <a:off x="3570882" y="1305"/>
          <a:ext cx="986234" cy="986234"/>
        </a:xfrm>
        <a:prstGeom prst="ellipse">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Network Intrusion Detection &amp; Response (NIDR)</a:t>
          </a:r>
        </a:p>
      </dsp:txBody>
      <dsp:txXfrm>
        <a:off x="3715313" y="145736"/>
        <a:ext cx="697372" cy="697372"/>
      </dsp:txXfrm>
    </dsp:sp>
    <dsp:sp modelId="{A50745CE-74E4-6F43-BB1C-DFCB8AF3FAA7}">
      <dsp:nvSpPr>
        <dsp:cNvPr id="0" name=""/>
        <dsp:cNvSpPr/>
      </dsp:nvSpPr>
      <dsp:spPr>
        <a:xfrm>
          <a:off x="5038864" y="535607"/>
          <a:ext cx="986234" cy="986234"/>
        </a:xfrm>
        <a:prstGeom prst="ellipse">
          <a:avLst/>
        </a:prstGeom>
        <a:solidFill>
          <a:schemeClr val="accent4">
            <a:hueOff val="152635"/>
            <a:satOff val="-5815"/>
            <a:lumOff val="289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WAF &amp; Firewall</a:t>
          </a:r>
        </a:p>
      </dsp:txBody>
      <dsp:txXfrm>
        <a:off x="5183295" y="680038"/>
        <a:ext cx="697372" cy="697372"/>
      </dsp:txXfrm>
    </dsp:sp>
    <dsp:sp modelId="{9A76D26C-287F-0642-B75B-0BF48BDE5F48}">
      <dsp:nvSpPr>
        <dsp:cNvPr id="0" name=""/>
        <dsp:cNvSpPr/>
      </dsp:nvSpPr>
      <dsp:spPr>
        <a:xfrm>
          <a:off x="5819961" y="1888507"/>
          <a:ext cx="986234" cy="986234"/>
        </a:xfrm>
        <a:prstGeom prst="ellipse">
          <a:avLst/>
        </a:prstGeom>
        <a:solidFill>
          <a:schemeClr val="accent4">
            <a:hueOff val="305270"/>
            <a:satOff val="-11631"/>
            <a:lumOff val="578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System Incident Monitoring &amp; Remediation (SIEM)</a:t>
          </a:r>
        </a:p>
      </dsp:txBody>
      <dsp:txXfrm>
        <a:off x="5964392" y="2032938"/>
        <a:ext cx="697372" cy="697372"/>
      </dsp:txXfrm>
    </dsp:sp>
    <dsp:sp modelId="{A488B6C9-17F0-2E48-B965-D2A615BB36F6}">
      <dsp:nvSpPr>
        <dsp:cNvPr id="0" name=""/>
        <dsp:cNvSpPr/>
      </dsp:nvSpPr>
      <dsp:spPr>
        <a:xfrm>
          <a:off x="5548689" y="3426967"/>
          <a:ext cx="986234" cy="986234"/>
        </a:xfrm>
        <a:prstGeom prst="ellipse">
          <a:avLst/>
        </a:prstGeom>
        <a:solidFill>
          <a:schemeClr val="accent4">
            <a:hueOff val="457904"/>
            <a:satOff val="-17446"/>
            <a:lumOff val="867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Vulnerability Management &amp; Response</a:t>
          </a:r>
        </a:p>
      </dsp:txBody>
      <dsp:txXfrm>
        <a:off x="5693120" y="3571398"/>
        <a:ext cx="697372" cy="697372"/>
      </dsp:txXfrm>
    </dsp:sp>
    <dsp:sp modelId="{D7993C44-60DF-3E44-88F8-2C0C514EFE0D}">
      <dsp:nvSpPr>
        <dsp:cNvPr id="0" name=""/>
        <dsp:cNvSpPr/>
      </dsp:nvSpPr>
      <dsp:spPr>
        <a:xfrm>
          <a:off x="4351979" y="4431126"/>
          <a:ext cx="986234" cy="986234"/>
        </a:xfrm>
        <a:prstGeom prst="ellipse">
          <a:avLst/>
        </a:prstGeom>
        <a:solidFill>
          <a:schemeClr val="accent4">
            <a:hueOff val="610539"/>
            <a:satOff val="-23261"/>
            <a:lumOff val="1156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Application Performance Monitoring</a:t>
          </a:r>
        </a:p>
      </dsp:txBody>
      <dsp:txXfrm>
        <a:off x="4496410" y="4575557"/>
        <a:ext cx="697372" cy="697372"/>
      </dsp:txXfrm>
    </dsp:sp>
    <dsp:sp modelId="{018542D2-18B5-F644-9D98-4C9B43898500}">
      <dsp:nvSpPr>
        <dsp:cNvPr id="0" name=""/>
        <dsp:cNvSpPr/>
      </dsp:nvSpPr>
      <dsp:spPr>
        <a:xfrm>
          <a:off x="2789785" y="4431126"/>
          <a:ext cx="986234" cy="986234"/>
        </a:xfrm>
        <a:prstGeom prst="ellipse">
          <a:avLst/>
        </a:prstGeom>
        <a:solidFill>
          <a:schemeClr val="accent4">
            <a:hueOff val="763174"/>
            <a:satOff val="-29077"/>
            <a:lumOff val="1445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Global Threat Intelligence</a:t>
          </a:r>
        </a:p>
      </dsp:txBody>
      <dsp:txXfrm>
        <a:off x="2934216" y="4575557"/>
        <a:ext cx="697372" cy="697372"/>
      </dsp:txXfrm>
    </dsp:sp>
    <dsp:sp modelId="{5970F1F5-6623-2E4F-8918-2E3F61AB5B64}">
      <dsp:nvSpPr>
        <dsp:cNvPr id="0" name=""/>
        <dsp:cNvSpPr/>
      </dsp:nvSpPr>
      <dsp:spPr>
        <a:xfrm>
          <a:off x="1593076" y="3426967"/>
          <a:ext cx="986234" cy="986234"/>
        </a:xfrm>
        <a:prstGeom prst="ellipse">
          <a:avLst/>
        </a:prstGeom>
        <a:solidFill>
          <a:schemeClr val="accent4">
            <a:hueOff val="915809"/>
            <a:satOff val="-34892"/>
            <a:lumOff val="1735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Legal &amp; Compliance</a:t>
          </a:r>
        </a:p>
      </dsp:txBody>
      <dsp:txXfrm>
        <a:off x="1737507" y="3571398"/>
        <a:ext cx="697372" cy="697372"/>
      </dsp:txXfrm>
    </dsp:sp>
    <dsp:sp modelId="{3A01ADC3-B481-C145-8B1C-8383048A6926}">
      <dsp:nvSpPr>
        <dsp:cNvPr id="0" name=""/>
        <dsp:cNvSpPr/>
      </dsp:nvSpPr>
      <dsp:spPr>
        <a:xfrm>
          <a:off x="1321803" y="1888507"/>
          <a:ext cx="986234" cy="986234"/>
        </a:xfrm>
        <a:prstGeom prst="ellipse">
          <a:avLst/>
        </a:prstGeom>
        <a:solidFill>
          <a:schemeClr val="accent4">
            <a:hueOff val="1068443"/>
            <a:satOff val="-40708"/>
            <a:lumOff val="2024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Dashboard &amp; Analytics</a:t>
          </a:r>
        </a:p>
      </dsp:txBody>
      <dsp:txXfrm>
        <a:off x="1466234" y="2032938"/>
        <a:ext cx="697372" cy="697372"/>
      </dsp:txXfrm>
    </dsp:sp>
    <dsp:sp modelId="{0B1F1FE8-8903-7E4C-B00A-52723BAA92FF}">
      <dsp:nvSpPr>
        <dsp:cNvPr id="0" name=""/>
        <dsp:cNvSpPr/>
      </dsp:nvSpPr>
      <dsp:spPr>
        <a:xfrm>
          <a:off x="2102900" y="535607"/>
          <a:ext cx="986234" cy="986234"/>
        </a:xfrm>
        <a:prstGeom prst="ellipse">
          <a:avLst/>
        </a:prstGeom>
        <a:solidFill>
          <a:schemeClr val="accent4">
            <a:hueOff val="1221078"/>
            <a:satOff val="-46523"/>
            <a:lumOff val="2313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Security Language Model</a:t>
          </a:r>
        </a:p>
      </dsp:txBody>
      <dsp:txXfrm>
        <a:off x="2247331" y="680038"/>
        <a:ext cx="697372" cy="697372"/>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4/29/25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4/29/25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881564-0C77-C641-92EE-90D8B4FBB46A}" type="slidenum">
              <a:rPr lang="en-US" smtClean="0"/>
              <a:t>5</a:t>
            </a:fld>
            <a:endParaRPr lang="en-US"/>
          </a:p>
        </p:txBody>
      </p:sp>
    </p:spTree>
    <p:extLst>
      <p:ext uri="{BB962C8B-B14F-4D97-AF65-F5344CB8AC3E}">
        <p14:creationId xmlns:p14="http://schemas.microsoft.com/office/powerpoint/2010/main" val="2937485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 name="Google Shape;2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 name="Google Shape;2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 name="Google Shape;7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881564-0C77-C641-92EE-90D8B4FBB46A}" type="slidenum">
              <a:rPr lang="en-US" smtClean="0"/>
              <a:t>10</a:t>
            </a:fld>
            <a:endParaRPr lang="en-US"/>
          </a:p>
        </p:txBody>
      </p:sp>
    </p:spTree>
    <p:extLst>
      <p:ext uri="{BB962C8B-B14F-4D97-AF65-F5344CB8AC3E}">
        <p14:creationId xmlns:p14="http://schemas.microsoft.com/office/powerpoint/2010/main" val="770252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A2D21D1-52E2-420B-B491-CFF6D7BB79FB}" type="slidenum">
              <a:rPr lang="en-US" smtClean="0"/>
              <a:pPr/>
              <a:t>12</a:t>
            </a:fld>
            <a:endParaRPr lang="en-US"/>
          </a:p>
        </p:txBody>
      </p:sp>
    </p:spTree>
    <p:extLst>
      <p:ext uri="{BB962C8B-B14F-4D97-AF65-F5344CB8AC3E}">
        <p14:creationId xmlns:p14="http://schemas.microsoft.com/office/powerpoint/2010/main" val="3550694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https://pixabay.com/en/entrepreneur-startup-start-up-man-593377/</a:t>
            </a:r>
          </a:p>
        </p:txBody>
      </p:sp>
      <p:sp>
        <p:nvSpPr>
          <p:cNvPr id="4" name="Slide Number Placeholder 3"/>
          <p:cNvSpPr>
            <a:spLocks noGrp="1"/>
          </p:cNvSpPr>
          <p:nvPr>
            <p:ph type="sldNum" sz="quarter" idx="5"/>
          </p:nvPr>
        </p:nvSpPr>
        <p:spPr/>
        <p:txBody>
          <a:bodyPr/>
          <a:lstStyle/>
          <a:p>
            <a:fld id="{CA2D21D1-52E2-420B-B491-CFF6D7BB79FB}" type="slidenum">
              <a:rPr lang="en-US" smtClean="0"/>
              <a:pPr/>
              <a:t>13</a:t>
            </a:fld>
            <a:endParaRPr lang="en-US"/>
          </a:p>
        </p:txBody>
      </p:sp>
    </p:spTree>
    <p:extLst>
      <p:ext uri="{BB962C8B-B14F-4D97-AF65-F5344CB8AC3E}">
        <p14:creationId xmlns:p14="http://schemas.microsoft.com/office/powerpoint/2010/main" val="1996258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881564-0C77-C641-92EE-90D8B4FBB46A}" type="slidenum">
              <a:rPr lang="en-US" smtClean="0"/>
              <a:t>59</a:t>
            </a:fld>
            <a:endParaRPr lang="en-US"/>
          </a:p>
        </p:txBody>
      </p:sp>
    </p:spTree>
    <p:extLst>
      <p:ext uri="{BB962C8B-B14F-4D97-AF65-F5344CB8AC3E}">
        <p14:creationId xmlns:p14="http://schemas.microsoft.com/office/powerpoint/2010/main" val="42082746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Footer Placeholder 4">
            <a:extLst>
              <a:ext uri="{FF2B5EF4-FFF2-40B4-BE49-F238E27FC236}">
                <a16:creationId xmlns:a16="http://schemas.microsoft.com/office/drawing/2014/main" id="{5E45AD0F-4E17-69EF-FFEF-5A27BE10EFD0}"/>
              </a:ext>
            </a:extLst>
          </p:cNvPr>
          <p:cNvSpPr txBox="1">
            <a:spLocks/>
          </p:cNvSpPr>
          <p:nvPr userDrawn="1"/>
        </p:nvSpPr>
        <p:spPr>
          <a:xfrm rot="16200000">
            <a:off x="9214810"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61549" y="1497713"/>
            <a:ext cx="10264414" cy="4775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8205920" y="6495651"/>
            <a:ext cx="3859795" cy="304801"/>
          </a:xfrm>
        </p:spPr>
        <p:txBody>
          <a:bodyPr/>
          <a:lstStyle/>
          <a:p>
            <a:pPr algn="r"/>
            <a:fld id="{9C4FC681-3263-2441-8D4E-1B966C167F1A}" type="slidenum">
              <a:rPr lang="en-US" smtClean="0"/>
              <a:pPr algn="r"/>
              <a:t>‹#›</a:t>
            </a:fld>
            <a:endParaRPr lang="en-US"/>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userDrawn="1"/>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89733" y="6425608"/>
            <a:ext cx="990599" cy="304799"/>
          </a:xfrm>
          <a:prstGeom prst="rect">
            <a:avLst/>
          </a:prstGeom>
        </p:spPr>
        <p:txBody>
          <a:bodyPr/>
          <a:lstStyle>
            <a:lvl1pPr algn="r">
              <a:defRPr sz="900" i="1"/>
            </a:lvl1pPr>
          </a:lstStyle>
          <a:p>
            <a:fld id="{F7BBDEBC-094A-3E44-A10F-D4B92F503C5D}" type="slidenum">
              <a:rPr lang="en-US" smtClean="0"/>
              <a:pPr/>
              <a:t>‹#›</a:t>
            </a:fld>
            <a:endParaRPr lang="en-US"/>
          </a:p>
        </p:txBody>
      </p:sp>
      <p:sp>
        <p:nvSpPr>
          <p:cNvPr id="6" name="Footer Placeholder 4">
            <a:extLst>
              <a:ext uri="{FF2B5EF4-FFF2-40B4-BE49-F238E27FC236}">
                <a16:creationId xmlns:a16="http://schemas.microsoft.com/office/drawing/2014/main" id="{B6D4F4C4-A7D4-7CE9-F738-F8C153960C3F}"/>
              </a:ext>
            </a:extLst>
          </p:cNvPr>
          <p:cNvSpPr txBox="1">
            <a:spLocks/>
          </p:cNvSpPr>
          <p:nvPr userDrawn="1"/>
        </p:nvSpPr>
        <p:spPr>
          <a:xfrm rot="16200000">
            <a:off x="924670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72180" y="1561512"/>
            <a:ext cx="5168126" cy="43289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51244" y="1561511"/>
            <a:ext cx="5168127" cy="43289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a:xfrm>
            <a:off x="10334847" y="6394937"/>
            <a:ext cx="1518217" cy="304801"/>
          </a:xfrm>
        </p:spPr>
        <p:txBody>
          <a:bodyPr/>
          <a:lstStyle/>
          <a:p>
            <a:pPr algn="r"/>
            <a:fld id="{1C9CC63D-7044-BB42-81DD-D2F8934B041B}" type="slidenum">
              <a:rPr lang="en-US" smtClean="0"/>
              <a:pPr algn="r"/>
              <a:t>‹#›</a:t>
            </a:fld>
            <a:endParaRPr lang="en-US"/>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40282" y="1476445"/>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40281" y="2052707"/>
            <a:ext cx="5072431" cy="39015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81121" y="1476445"/>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81121" y="2052707"/>
            <a:ext cx="5072432" cy="3901526"/>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pPr algn="r"/>
            <a:fld id="{B3C9BB79-FD74-4C49-A196-2BEE401B79B8}" type="slidenum">
              <a:rPr lang="en-US" smtClean="0"/>
              <a:pPr algn="r"/>
              <a:t>‹#›</a:t>
            </a:fld>
            <a:endParaRPr lang="en-US"/>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761548" y="293183"/>
            <a:ext cx="8761413" cy="706964"/>
          </a:xfrm>
        </p:spPr>
        <p:txBody>
          <a:bodyPr/>
          <a:lstStyle>
            <a:lvl1pPr>
              <a:defRPr/>
            </a:lvl1pPr>
          </a:lstStyle>
          <a:p>
            <a:r>
              <a:rPr lang="en-US"/>
              <a:t>Click to edit Master title style</a:t>
            </a:r>
          </a:p>
        </p:txBody>
      </p:sp>
      <p:sp>
        <p:nvSpPr>
          <p:cNvPr id="4" name="Footer Placeholder 3"/>
          <p:cNvSpPr>
            <a:spLocks noGrp="1"/>
          </p:cNvSpPr>
          <p:nvPr>
            <p:ph type="ftr" sz="quarter" idx="11"/>
          </p:nvPr>
        </p:nvSpPr>
        <p:spPr/>
        <p:txBody>
          <a:bodyPr/>
          <a:lstStyle/>
          <a:p>
            <a:pPr algn="r"/>
            <a:fld id="{B5C64A5F-1F59-3C4E-89E0-4BD8C4499B92}" type="slidenum">
              <a:rPr lang="en-US" smtClean="0"/>
              <a:pPr algn="r"/>
              <a:t>‹#›</a:t>
            </a:fld>
            <a:endParaRPr lang="en-US"/>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lgn="r"/>
            <a:fld id="{EA810688-59B9-8947-83B3-402BE705B2AB}" type="slidenum">
              <a:rPr lang="en-US" smtClean="0"/>
              <a:pPr algn="r"/>
              <a:t>‹#›</a:t>
            </a:fld>
            <a:endParaRPr lang="en-US"/>
          </a:p>
        </p:txBody>
      </p:sp>
      <p:sp>
        <p:nvSpPr>
          <p:cNvPr id="4" name="Footer Placeholder 4">
            <a:extLst>
              <a:ext uri="{FF2B5EF4-FFF2-40B4-BE49-F238E27FC236}">
                <a16:creationId xmlns:a16="http://schemas.microsoft.com/office/drawing/2014/main" id="{309F5638-830F-4095-4730-FC2AF7CB5628}"/>
              </a:ext>
            </a:extLst>
          </p:cNvPr>
          <p:cNvSpPr txBox="1">
            <a:spLocks/>
          </p:cNvSpPr>
          <p:nvPr userDrawn="1"/>
        </p:nvSpPr>
        <p:spPr>
          <a:xfrm rot="16200000">
            <a:off x="9295353" y="2934466"/>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pic>
        <p:nvPicPr>
          <p:cNvPr id="5" name="Picture 4">
            <a:extLst>
              <a:ext uri="{FF2B5EF4-FFF2-40B4-BE49-F238E27FC236}">
                <a16:creationId xmlns:a16="http://schemas.microsoft.com/office/drawing/2014/main" id="{FE857522-7A0E-871F-1012-E443B74AC09B}"/>
              </a:ext>
            </a:extLst>
          </p:cNvPr>
          <p:cNvPicPr>
            <a:picLocks noChangeAspect="1"/>
          </p:cNvPicPr>
          <p:nvPr userDrawn="1"/>
        </p:nvPicPr>
        <p:blipFill>
          <a:blip r:embed="rId2"/>
          <a:stretch>
            <a:fillRect/>
          </a:stretch>
        </p:blipFill>
        <p:spPr>
          <a:xfrm>
            <a:off x="76049" y="6368544"/>
            <a:ext cx="1048663" cy="368796"/>
          </a:xfrm>
          <a:prstGeom prst="rect">
            <a:avLst/>
          </a:prstGeom>
        </p:spPr>
      </p:pic>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870287" y="6385780"/>
            <a:ext cx="1254558" cy="217039"/>
          </a:xfrm>
          <a:prstGeom prst="rect">
            <a:avLst/>
          </a:prstGeom>
        </p:spPr>
        <p:txBody>
          <a:bodyPr/>
          <a:lstStyle>
            <a:lvl1pPr algn="r">
              <a:defRPr sz="900" i="1"/>
            </a:lvl1pPr>
          </a:lstStyle>
          <a:p>
            <a:fld id="{C4ACEAA9-3A0B-3642-9455-D05A4C65DD03}" type="slidenum">
              <a:rPr lang="en-US" smtClean="0"/>
              <a:pPr/>
              <a:t>‹#›</a:t>
            </a:fld>
            <a:endParaRPr lang="en-US"/>
          </a:p>
        </p:txBody>
      </p:sp>
      <p:sp>
        <p:nvSpPr>
          <p:cNvPr id="6" name="Footer Placeholder 4">
            <a:extLst>
              <a:ext uri="{FF2B5EF4-FFF2-40B4-BE49-F238E27FC236}">
                <a16:creationId xmlns:a16="http://schemas.microsoft.com/office/drawing/2014/main" id="{743B1D88-2AB0-D058-7545-1123638EAF59}"/>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9793" y="0"/>
            <a:ext cx="12268200" cy="6864877"/>
            <a:chOff x="0" y="0"/>
            <a:chExt cx="12268200" cy="6864877"/>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76200" y="846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10B50D97-ADDF-3D43-906B-48D9973569F9}" type="slidenum">
              <a:rPr lang="en-US" smtClean="0"/>
              <a:pPr algn="r"/>
              <a:t>‹#›</a:t>
            </a:fld>
            <a:endParaRPr lang="en-US"/>
          </a:p>
        </p:txBody>
      </p:sp>
      <p:sp>
        <p:nvSpPr>
          <p:cNvPr id="7" name="Footer Placeholder 4">
            <a:extLst>
              <a:ext uri="{FF2B5EF4-FFF2-40B4-BE49-F238E27FC236}">
                <a16:creationId xmlns:a16="http://schemas.microsoft.com/office/drawing/2014/main" id="{17AE52F1-D969-AAD5-8463-35F5D60A997B}"/>
              </a:ext>
            </a:extLst>
          </p:cNvPr>
          <p:cNvSpPr txBox="1">
            <a:spLocks/>
          </p:cNvSpPr>
          <p:nvPr userDrawn="1"/>
        </p:nvSpPr>
        <p:spPr>
          <a:xfrm rot="16200000">
            <a:off x="926637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45889B20-706B-AB40-B6C3-4ABCE1FF1F4F}" type="slidenum">
              <a:rPr lang="en-US" smtClean="0"/>
              <a:pPr algn="r"/>
              <a:t>‹#›</a:t>
            </a:fld>
            <a:endParaRPr lang="en-US"/>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D43E63A-512E-8940-A727-CCEAF33A22F7}" type="slidenum">
              <a:rPr lang="en-US" smtClean="0"/>
              <a:pPr algn="r"/>
              <a:t>‹#›</a:t>
            </a:fld>
            <a:endParaRPr lang="en-US"/>
          </a:p>
        </p:txBody>
      </p:sp>
      <p:sp>
        <p:nvSpPr>
          <p:cNvPr id="6" name="Footer Placeholder 4">
            <a:extLst>
              <a:ext uri="{FF2B5EF4-FFF2-40B4-BE49-F238E27FC236}">
                <a16:creationId xmlns:a16="http://schemas.microsoft.com/office/drawing/2014/main" id="{1372A244-1032-9CDF-176A-9A61E28A1ED3}"/>
              </a:ext>
            </a:extLst>
          </p:cNvPr>
          <p:cNvSpPr txBox="1">
            <a:spLocks/>
          </p:cNvSpPr>
          <p:nvPr userDrawn="1"/>
        </p:nvSpPr>
        <p:spPr>
          <a:xfrm rot="16200000">
            <a:off x="9330634"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lvl1pPr algn="r">
              <a:defRPr/>
            </a:lvl1pPr>
          </a:lstStyle>
          <a:p>
            <a:fld id="{A274A649-B3F2-9E4B-BDA8-A9B0A7DCA3B1}" type="slidenum">
              <a:rPr lang="en-US" smtClean="0"/>
              <a:pPr/>
              <a:t>‹#›</a:t>
            </a:fld>
            <a:endParaRPr lang="en-US"/>
          </a:p>
        </p:txBody>
      </p:sp>
      <p:sp>
        <p:nvSpPr>
          <p:cNvPr id="6" name="Footer Placeholder 4">
            <a:extLst>
              <a:ext uri="{FF2B5EF4-FFF2-40B4-BE49-F238E27FC236}">
                <a16:creationId xmlns:a16="http://schemas.microsoft.com/office/drawing/2014/main" id="{D6AC0054-AD44-A4AB-4C9F-91885597AB4B}"/>
              </a:ext>
            </a:extLst>
          </p:cNvPr>
          <p:cNvSpPr txBox="1">
            <a:spLocks/>
          </p:cNvSpPr>
          <p:nvPr userDrawn="1"/>
        </p:nvSpPr>
        <p:spPr>
          <a:xfrm rot="16200000">
            <a:off x="9295353" y="2970752"/>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19DD00B-78BB-A446-B130-0D7CB0629925}" type="slidenum">
              <a:rPr lang="en-US" smtClean="0"/>
              <a:pPr algn="r"/>
              <a:t>‹#›</a:t>
            </a:fld>
            <a:endParaRPr lang="en-US"/>
          </a:p>
        </p:txBody>
      </p:sp>
      <p:sp>
        <p:nvSpPr>
          <p:cNvPr id="6" name="Footer Placeholder 4">
            <a:extLst>
              <a:ext uri="{FF2B5EF4-FFF2-40B4-BE49-F238E27FC236}">
                <a16:creationId xmlns:a16="http://schemas.microsoft.com/office/drawing/2014/main" id="{A02A7EC0-02E6-77E2-C80D-BDA4D58801DB}"/>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61545" y="420771"/>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804078" y="1604038"/>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804077" y="2180300"/>
            <a:ext cx="314187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8175" y="1604036"/>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268175" y="2180299"/>
            <a:ext cx="314700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749919" y="1604037"/>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750113" y="2180298"/>
            <a:ext cx="3145536"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116893"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581016"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p:txBody>
          <a:bodyPr/>
          <a:lstStyle>
            <a:lvl1pPr algn="r">
              <a:defRPr/>
            </a:lvl1pPr>
          </a:lstStyle>
          <a:p>
            <a:fld id="{E9DC7B75-34B3-9E4F-948B-B421779104D5}" type="slidenum">
              <a:rPr lang="en-US" smtClean="0"/>
              <a:pPr/>
              <a:t>‹#›</a:t>
            </a:fld>
            <a:endParaRPr lang="en-US"/>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772177" y="367610"/>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846612" y="3809832"/>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026211"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846612" y="4386094"/>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0523" y="3809832"/>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440120" y="1880488"/>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4261830" y="4386093"/>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674433" y="3809833"/>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7854689"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674433" y="4386092"/>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086853"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478824"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a:xfrm>
            <a:off x="8301614" y="6413103"/>
            <a:ext cx="3644282" cy="304801"/>
          </a:xfrm>
        </p:spPr>
        <p:txBody>
          <a:bodyPr/>
          <a:lstStyle/>
          <a:p>
            <a:pPr algn="r"/>
            <a:fld id="{0FC58B0A-47B8-8447-86D0-77C22456110A}" type="slidenum">
              <a:rPr lang="en-US" smtClean="0"/>
              <a:pPr algn="r"/>
              <a:t>‹#›</a:t>
            </a:fld>
            <a:endParaRPr lang="en-US"/>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fld id="{5421F489-ECA4-1846-9337-5F636F2B499F}" type="slidenum">
              <a:rPr lang="en-US" smtClean="0"/>
              <a:pPr/>
              <a:t>‹#›</a:t>
            </a:fld>
            <a:endParaRPr lang="en-US"/>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572856" y="2189487"/>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a:t>Click to edit Master title style</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05446"/>
            <a:ext cx="6982915" cy="538696"/>
          </a:xfrm>
        </p:spPr>
        <p:txBody>
          <a:bodyPr anchor="t">
            <a:noAutofit/>
          </a:bodyPr>
          <a:lstStyle>
            <a:lvl1pPr algn="l">
              <a:defRPr sz="3200">
                <a:solidFill>
                  <a:schemeClr val="accent1"/>
                </a:solidFill>
              </a:defRPr>
            </a:lvl1pPr>
          </a:lstStyle>
          <a:p>
            <a:r>
              <a:rPr lang="vi-VN"/>
              <a:t>Main heading</a:t>
            </a:r>
            <a:endParaRPr lang="en-US"/>
          </a:p>
        </p:txBody>
      </p:sp>
      <p:sp>
        <p:nvSpPr>
          <p:cNvPr id="6" name="Text Placeholder 5">
            <a:extLst>
              <a:ext uri="{FF2B5EF4-FFF2-40B4-BE49-F238E27FC236}">
                <a16:creationId xmlns:a16="http://schemas.microsoft.com/office/drawing/2014/main" id="{54F74AEE-2FC4-3D4B-98F4-C618FA345DED}"/>
              </a:ext>
            </a:extLst>
          </p:cNvPr>
          <p:cNvSpPr>
            <a:spLocks noGrp="1"/>
          </p:cNvSpPr>
          <p:nvPr>
            <p:ph type="body" sz="quarter" idx="11"/>
          </p:nvPr>
        </p:nvSpPr>
        <p:spPr>
          <a:xfrm>
            <a:off x="838404" y="1884792"/>
            <a:ext cx="6983408" cy="4284662"/>
          </a:xfrm>
        </p:spPr>
        <p:txBody>
          <a:bodyPr>
            <a:normAutofit/>
          </a:bodyPr>
          <a:lstStyle>
            <a:lvl1pPr>
              <a:defRPr sz="1600">
                <a:solidFill>
                  <a:schemeClr val="bg2"/>
                </a:solidFill>
              </a:defRPr>
            </a:lvl1pPr>
            <a:lvl2pPr>
              <a:defRPr sz="1400">
                <a:solidFill>
                  <a:schemeClr val="bg2"/>
                </a:solidFill>
              </a:defRPr>
            </a:lvl2pPr>
            <a:lvl3pPr>
              <a:defRPr sz="1200">
                <a:solidFill>
                  <a:schemeClr val="bg2"/>
                </a:solidFill>
              </a:defRPr>
            </a:lvl3pPr>
            <a:lvl4pPr>
              <a:defRPr sz="1100">
                <a:solidFill>
                  <a:schemeClr val="bg2"/>
                </a:solidFill>
              </a:defRPr>
            </a:lvl4pPr>
            <a:lvl5pPr>
              <a:defRPr sz="11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703DB645-A5D5-4BE5-ACAD-B90EEA6C4FF3}"/>
              </a:ext>
            </a:extLst>
          </p:cNvPr>
          <p:cNvSpPr>
            <a:spLocks noGrp="1"/>
          </p:cNvSpPr>
          <p:nvPr>
            <p:ph type="body" sz="quarter" idx="12" hasCustomPrompt="1"/>
          </p:nvPr>
        </p:nvSpPr>
        <p:spPr>
          <a:xfrm>
            <a:off x="838200" y="1290733"/>
            <a:ext cx="6982915" cy="485775"/>
          </a:xfrm>
        </p:spPr>
        <p:txBody>
          <a:bodyPr anchor="ctr">
            <a:normAutofit/>
          </a:bodyPr>
          <a:lstStyle>
            <a:lvl1pPr marL="0" indent="0">
              <a:buNone/>
              <a:defRPr sz="2000" b="1">
                <a:solidFill>
                  <a:schemeClr val="bg2"/>
                </a:solidFill>
              </a:defRPr>
            </a:lvl1pPr>
          </a:lstStyle>
          <a:p>
            <a:pPr lvl="0"/>
            <a:r>
              <a:rPr lang="en-US"/>
              <a:t>Sub-Heading Here</a:t>
            </a:r>
          </a:p>
        </p:txBody>
      </p:sp>
      <p:cxnSp>
        <p:nvCxnSpPr>
          <p:cNvPr id="9" name="Straight Connector 8">
            <a:extLst>
              <a:ext uri="{FF2B5EF4-FFF2-40B4-BE49-F238E27FC236}">
                <a16:creationId xmlns:a16="http://schemas.microsoft.com/office/drawing/2014/main" id="{2B7A87D9-F461-4214-89A2-5CC4233B821C}"/>
              </a:ext>
            </a:extLst>
          </p:cNvPr>
          <p:cNvCxnSpPr/>
          <p:nvPr userDrawn="1"/>
        </p:nvCxnSpPr>
        <p:spPr>
          <a:xfrm>
            <a:off x="10202779" y="0"/>
            <a:ext cx="0" cy="685800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AE89F53-1788-4DED-9E50-73537512643B}"/>
              </a:ext>
            </a:extLst>
          </p:cNvPr>
          <p:cNvSpPr/>
          <p:nvPr userDrawn="1"/>
        </p:nvSpPr>
        <p:spPr>
          <a:xfrm>
            <a:off x="9360571" y="4785824"/>
            <a:ext cx="1383630" cy="1383630"/>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8B1D7B-0C32-4926-BA37-75EEF2940DDD}"/>
              </a:ext>
            </a:extLst>
          </p:cNvPr>
          <p:cNvSpPr/>
          <p:nvPr userDrawn="1"/>
        </p:nvSpPr>
        <p:spPr>
          <a:xfrm>
            <a:off x="9180097" y="4656221"/>
            <a:ext cx="1383630" cy="138363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F4B2A7-DFC8-4809-9584-8CD368862473}"/>
              </a:ext>
            </a:extLst>
          </p:cNvPr>
          <p:cNvSpPr/>
          <p:nvPr userDrawn="1"/>
        </p:nvSpPr>
        <p:spPr>
          <a:xfrm>
            <a:off x="11122186" y="1626113"/>
            <a:ext cx="517358" cy="517358"/>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FEA421C-6BDF-4636-BF53-9B729F0C10A7}"/>
              </a:ext>
            </a:extLst>
          </p:cNvPr>
          <p:cNvSpPr/>
          <p:nvPr userDrawn="1"/>
        </p:nvSpPr>
        <p:spPr>
          <a:xfrm>
            <a:off x="10941712" y="1776508"/>
            <a:ext cx="505599" cy="517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9AC2A3-9F1A-4A37-8128-D2327580C5AE}"/>
              </a:ext>
            </a:extLst>
          </p:cNvPr>
          <p:cNvSpPr/>
          <p:nvPr userDrawn="1"/>
        </p:nvSpPr>
        <p:spPr>
          <a:xfrm>
            <a:off x="8885196" y="2994326"/>
            <a:ext cx="434674" cy="434674"/>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8D9E1B-D1E5-4D9A-AE23-53A4E498A323}"/>
              </a:ext>
            </a:extLst>
          </p:cNvPr>
          <p:cNvSpPr/>
          <p:nvPr userDrawn="1"/>
        </p:nvSpPr>
        <p:spPr>
          <a:xfrm>
            <a:off x="8704723" y="3144721"/>
            <a:ext cx="424794" cy="434674"/>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290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tle">
    <p:bg>
      <p:bgPr>
        <a:solidFill>
          <a:schemeClr val="accent1"/>
        </a:solidFill>
        <a:effectLst/>
      </p:bgPr>
    </p:bg>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5DC5AFFD-702C-4F7D-99C3-3B3D928D2DB5}"/>
              </a:ext>
            </a:extLst>
          </p:cNvPr>
          <p:cNvSpPr>
            <a:spLocks noGrp="1"/>
          </p:cNvSpPr>
          <p:nvPr>
            <p:ph type="body" sz="quarter" idx="13"/>
          </p:nvPr>
        </p:nvSpPr>
        <p:spPr>
          <a:xfrm>
            <a:off x="609600" y="458989"/>
            <a:ext cx="10972801" cy="720725"/>
          </a:xfrm>
        </p:spPr>
        <p:txBody>
          <a:bodyPr anchor="ctr">
            <a:noAutofit/>
          </a:bodyPr>
          <a:lstStyle>
            <a:lvl1pPr marL="0" indent="0" algn="ctr">
              <a:buFontTx/>
              <a:buNone/>
              <a:defRPr sz="4400" b="1">
                <a:solidFill>
                  <a:schemeClr val="bg1"/>
                </a:solidFill>
                <a:latin typeface="+mn-lt"/>
              </a:defRPr>
            </a:lvl1pPr>
          </a:lstStyle>
          <a:p>
            <a:pPr lvl="0"/>
            <a:r>
              <a:rPr lang="en-US"/>
              <a:t>Click to edit Master</a:t>
            </a:r>
            <a:endParaRPr lang="en-IN"/>
          </a:p>
        </p:txBody>
      </p:sp>
      <p:sp>
        <p:nvSpPr>
          <p:cNvPr id="7" name="Footer Placeholder 2">
            <a:extLst>
              <a:ext uri="{FF2B5EF4-FFF2-40B4-BE49-F238E27FC236}">
                <a16:creationId xmlns:a16="http://schemas.microsoft.com/office/drawing/2014/main" id="{2F9C8504-09F4-46CC-956E-71B7530C3325}"/>
              </a:ext>
            </a:extLst>
          </p:cNvPr>
          <p:cNvSpPr>
            <a:spLocks noGrp="1"/>
          </p:cNvSpPr>
          <p:nvPr>
            <p:ph type="ftr" sz="quarter" idx="11"/>
          </p:nvPr>
        </p:nvSpPr>
        <p:spPr>
          <a:xfrm>
            <a:off x="609600" y="6356352"/>
            <a:ext cx="3860800" cy="365125"/>
          </a:xfrm>
        </p:spPr>
        <p:txBody>
          <a:bodyPr/>
          <a:lstStyle>
            <a:lvl1pPr algn="l">
              <a:defRPr>
                <a:solidFill>
                  <a:schemeClr val="accent3"/>
                </a:solidFill>
              </a:defRPr>
            </a:lvl1pPr>
          </a:lstStyle>
          <a:p>
            <a:endParaRPr lang="en-US"/>
          </a:p>
        </p:txBody>
      </p:sp>
    </p:spTree>
    <p:extLst>
      <p:ext uri="{BB962C8B-B14F-4D97-AF65-F5344CB8AC3E}">
        <p14:creationId xmlns:p14="http://schemas.microsoft.com/office/powerpoint/2010/main" val="2199402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9545783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8505285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3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29796829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3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780225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3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7850347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3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27410506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3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3703992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4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8348328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4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2396061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4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7028129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4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4264842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Slide 5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9367390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Slide 5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4823402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Slide 5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2172444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Slide 4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23549609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lide 5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7650685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lide 5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97550484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lide 6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66503168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761549" y="362349"/>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761549" y="1424763"/>
            <a:ext cx="9637093" cy="4518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8187871" y="6343250"/>
            <a:ext cx="3859795" cy="304801"/>
          </a:xfrm>
          <a:prstGeom prst="rect">
            <a:avLst/>
          </a:prstGeom>
        </p:spPr>
        <p:txBody>
          <a:bodyPr vert="horz" lIns="91440" tIns="45720" rIns="91440" bIns="45720" rtlCol="0" anchor="ctr"/>
          <a:lstStyle>
            <a:lvl1pPr algn="l">
              <a:defRPr sz="1000" b="1" i="0">
                <a:solidFill>
                  <a:schemeClr val="accent1"/>
                </a:solidFill>
              </a:defRPr>
            </a:lvl1pPr>
          </a:lstStyle>
          <a:p>
            <a:pPr algn="r"/>
            <a:fld id="{E3DCA0BB-AA62-BD48-9250-28200D5E50EA}" type="slidenum">
              <a:rPr lang="en-US" smtClean="0"/>
              <a:pPr algn="r"/>
              <a:t>‹#›</a:t>
            </a:fld>
            <a:endParaRPr lang="en-US"/>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9151018"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cxnSp>
        <p:nvCxnSpPr>
          <p:cNvPr id="6" name="Straight Connector 5">
            <a:extLst>
              <a:ext uri="{FF2B5EF4-FFF2-40B4-BE49-F238E27FC236}">
                <a16:creationId xmlns:a16="http://schemas.microsoft.com/office/drawing/2014/main" id="{BFAA1BF0-B78D-DCA3-8948-9C8FD86AC674}"/>
              </a:ext>
            </a:extLst>
          </p:cNvPr>
          <p:cNvCxnSpPr/>
          <p:nvPr userDrawn="1"/>
        </p:nvCxnSpPr>
        <p:spPr>
          <a:xfrm>
            <a:off x="761549" y="1222744"/>
            <a:ext cx="8967242" cy="0"/>
          </a:xfrm>
          <a:prstGeom prst="line">
            <a:avLst/>
          </a:prstGeom>
          <a:ln>
            <a:solidFill>
              <a:schemeClr val="accent3"/>
            </a:solidFill>
          </a:ln>
          <a:effectLst>
            <a:outerShdw blurRad="50800" dist="38100" algn="l" rotWithShape="0">
              <a:prstClr val="black">
                <a:alpha val="40000"/>
              </a:prstClr>
            </a:outerShdw>
          </a:effectLst>
          <a:scene3d>
            <a:camera prst="perspectiveFront"/>
            <a:lightRig rig="threePt" dir="t"/>
          </a:scene3d>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51115A7-A2F8-56EA-CCAD-EB812257965E}"/>
              </a:ext>
            </a:extLst>
          </p:cNvPr>
          <p:cNvPicPr>
            <a:picLocks noChangeAspect="1"/>
          </p:cNvPicPr>
          <p:nvPr userDrawn="1"/>
        </p:nvPicPr>
        <p:blipFill>
          <a:blip r:embed="rId39"/>
          <a:stretch>
            <a:fillRect/>
          </a:stretch>
        </p:blipFill>
        <p:spPr>
          <a:xfrm>
            <a:off x="76049" y="6368544"/>
            <a:ext cx="1048663" cy="368796"/>
          </a:xfrm>
          <a:prstGeom prst="rect">
            <a:avLst/>
          </a:prstGeom>
        </p:spPr>
      </p:pic>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24" r:id="rId16"/>
    <p:sldLayoutId id="2147483725"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Lst>
  <p:txStyles>
    <p:title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leewayhertz.com/parameter-efficient-fine-tuning/" TargetMode="External"/><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3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20.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27.xml"/><Relationship Id="rId6" Type="http://schemas.openxmlformats.org/officeDocument/2006/relationships/image" Target="../media/image50.png"/><Relationship Id="rId5" Type="http://schemas.openxmlformats.org/officeDocument/2006/relationships/image" Target="../media/image43.png"/><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30.xml"/><Relationship Id="rId6" Type="http://schemas.openxmlformats.org/officeDocument/2006/relationships/image" Target="../media/image45.png"/><Relationship Id="rId5" Type="http://schemas.openxmlformats.org/officeDocument/2006/relationships/image" Target="../media/image53.png"/><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3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5.xml"/><Relationship Id="rId6" Type="http://schemas.openxmlformats.org/officeDocument/2006/relationships/image" Target="../media/image58.png"/><Relationship Id="rId5" Type="http://schemas.openxmlformats.org/officeDocument/2006/relationships/image" Target="../media/image19.png"/><Relationship Id="rId4" Type="http://schemas.openxmlformats.org/officeDocument/2006/relationships/image" Target="../media/image18.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1" name="Rectangle 2090">
            <a:extLst>
              <a:ext uri="{FF2B5EF4-FFF2-40B4-BE49-F238E27FC236}">
                <a16:creationId xmlns:a16="http://schemas.microsoft.com/office/drawing/2014/main" id="{2668F1A4-6DBB-4F0B-A679-6EE548363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050" name="Picture 2" descr="Illustration representing cybersecurity.">
            <a:extLst>
              <a:ext uri="{FF2B5EF4-FFF2-40B4-BE49-F238E27FC236}">
                <a16:creationId xmlns:a16="http://schemas.microsoft.com/office/drawing/2014/main" id="{9725A72F-5946-0A38-DE0D-E61858027DC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l="24133" r="22340" b="-2"/>
          <a:stretch/>
        </p:blipFill>
        <p:spPr bwMode="auto">
          <a:xfrm>
            <a:off x="6094307" y="471953"/>
            <a:ext cx="5623560" cy="5909733"/>
          </a:xfrm>
          <a:prstGeom prst="rect">
            <a:avLst/>
          </a:prstGeom>
          <a:noFill/>
          <a:extLst>
            <a:ext uri="{909E8E84-426E-40DD-AFC4-6F175D3DCCD1}">
              <a14:hiddenFill xmlns:a14="http://schemas.microsoft.com/office/drawing/2010/main">
                <a:solidFill>
                  <a:srgbClr val="FFFFFF"/>
                </a:solidFill>
              </a14:hiddenFill>
            </a:ext>
          </a:extLst>
        </p:spPr>
      </p:pic>
      <p:sp>
        <p:nvSpPr>
          <p:cNvPr id="2092" name="Freeform 5">
            <a:extLst>
              <a:ext uri="{FF2B5EF4-FFF2-40B4-BE49-F238E27FC236}">
                <a16:creationId xmlns:a16="http://schemas.microsoft.com/office/drawing/2014/main" id="{B8DBF1C0-B8F1-4AAC-8704-256BA0E9D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pic>
        <p:nvPicPr>
          <p:cNvPr id="5" name="Picture 4" descr="A close up of a logo&#10;&#10;AI-generated content may be incorrect.">
            <a:extLst>
              <a:ext uri="{FF2B5EF4-FFF2-40B4-BE49-F238E27FC236}">
                <a16:creationId xmlns:a16="http://schemas.microsoft.com/office/drawing/2014/main" id="{DFC25AA7-5A01-6B6F-9CE4-6911E96B10D2}"/>
              </a:ext>
            </a:extLst>
          </p:cNvPr>
          <p:cNvPicPr>
            <a:picLocks noChangeAspect="1"/>
          </p:cNvPicPr>
          <p:nvPr/>
        </p:nvPicPr>
        <p:blipFill>
          <a:blip r:embed="rId3">
            <a:alphaModFix amt="35000"/>
          </a:blip>
          <a:srcRect l="26067" r="42833" b="-2"/>
          <a:stretch/>
        </p:blipFill>
        <p:spPr>
          <a:xfrm>
            <a:off x="474133" y="474133"/>
            <a:ext cx="5620174" cy="5909733"/>
          </a:xfrm>
          <a:prstGeom prst="rect">
            <a:avLst/>
          </a:prstGeom>
        </p:spPr>
      </p:pic>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1154954" y="2099733"/>
            <a:ext cx="9395059" cy="2677648"/>
          </a:xfrm>
        </p:spPr>
        <p:txBody>
          <a:bodyPr>
            <a:normAutofit fontScale="90000"/>
          </a:bodyPr>
          <a:lstStyle/>
          <a:p>
            <a:r>
              <a:rPr lang="en-US" sz="4400">
                <a:solidFill>
                  <a:srgbClr val="FFFFFF"/>
                </a:solidFill>
                <a:latin typeface="+mn-lt"/>
              </a:rPr>
              <a:t>Athena Cyber LLM</a:t>
            </a:r>
            <a:br>
              <a:rPr lang="en-US" sz="4400" i="1">
                <a:solidFill>
                  <a:srgbClr val="FFFFFF"/>
                </a:solidFill>
                <a:latin typeface="+mn-lt"/>
              </a:rPr>
            </a:br>
            <a:r>
              <a:rPr lang="en-US" sz="2400" i="1">
                <a:solidFill>
                  <a:srgbClr val="FFFFFF"/>
                </a:solidFill>
                <a:latin typeface="+mn-lt"/>
              </a:rPr>
              <a:t>Glaukopis</a:t>
            </a:r>
            <a:br>
              <a:rPr lang="en-US" sz="4400" i="1">
                <a:solidFill>
                  <a:srgbClr val="FFFFFF"/>
                </a:solidFill>
              </a:rPr>
            </a:br>
            <a:br>
              <a:rPr lang="en-US" sz="4400" i="1">
                <a:solidFill>
                  <a:srgbClr val="FFFFFF"/>
                </a:solidFill>
              </a:rPr>
            </a:br>
            <a:r>
              <a:rPr lang="en-US" sz="2700" i="1">
                <a:solidFill>
                  <a:srgbClr val="FFFFFF"/>
                </a:solidFill>
              </a:rPr>
              <a:t>Foundational Cyber Threat Intelligence Language Model for the next generation SOC: Athena-CTI-LLM-V1.0</a:t>
            </a: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6568440" y="5514011"/>
            <a:ext cx="4939353" cy="652530"/>
          </a:xfrm>
        </p:spPr>
        <p:txBody>
          <a:bodyPr>
            <a:noAutofit/>
          </a:bodyPr>
          <a:lstStyle/>
          <a:p>
            <a:pPr algn="r"/>
            <a:r>
              <a:rPr lang="en-US" sz="900" i="1">
                <a:solidFill>
                  <a:srgbClr val="FFFFFF"/>
                </a:solidFill>
              </a:rPr>
              <a:t>By Peter J Worth Jr</a:t>
            </a:r>
          </a:p>
          <a:p>
            <a:pPr algn="r"/>
            <a:r>
              <a:rPr lang="en-US" sz="900" i="1">
                <a:solidFill>
                  <a:srgbClr val="FFFFFF"/>
                </a:solidFill>
              </a:rPr>
              <a:t>President &amp; CEO, Athena Software Group Inc.</a:t>
            </a:r>
          </a:p>
        </p:txBody>
      </p:sp>
      <p:sp>
        <p:nvSpPr>
          <p:cNvPr id="2090" name="Rectangle 2089">
            <a:extLst>
              <a:ext uri="{FF2B5EF4-FFF2-40B4-BE49-F238E27FC236}">
                <a16:creationId xmlns:a16="http://schemas.microsoft.com/office/drawing/2014/main" id="{B70F7E59-C971-4F55-8E3A-1E583B65F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4">
            <a:extLst>
              <a:ext uri="{FF2B5EF4-FFF2-40B4-BE49-F238E27FC236}">
                <a16:creationId xmlns:a16="http://schemas.microsoft.com/office/drawing/2014/main" id="{8D5CDD25-9D5A-9FED-D197-1A0B1A4E93A8}"/>
              </a:ext>
            </a:extLst>
          </p:cNvPr>
          <p:cNvSpPr txBox="1">
            <a:spLocks/>
          </p:cNvSpPr>
          <p:nvPr/>
        </p:nvSpPr>
        <p:spPr>
          <a:xfrm rot="16200000">
            <a:off x="9246709" y="3125855"/>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i="1"/>
              <a:t>© 2025 Athena Software Group Inc. Confidential &amp; Proprietary. Do not distribute without express permission.</a:t>
            </a:r>
          </a:p>
        </p:txBody>
      </p:sp>
    </p:spTree>
    <p:extLst>
      <p:ext uri="{BB962C8B-B14F-4D97-AF65-F5344CB8AC3E}">
        <p14:creationId xmlns:p14="http://schemas.microsoft.com/office/powerpoint/2010/main" val="294720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E0DFFE-C716-4CB4-3208-782BF398E2C1}"/>
              </a:ext>
            </a:extLst>
          </p:cNvPr>
          <p:cNvPicPr>
            <a:picLocks noChangeAspect="1"/>
          </p:cNvPicPr>
          <p:nvPr/>
        </p:nvPicPr>
        <p:blipFill>
          <a:blip r:embed="rId2"/>
          <a:stretch>
            <a:fillRect/>
          </a:stretch>
        </p:blipFill>
        <p:spPr>
          <a:xfrm>
            <a:off x="111670" y="44467"/>
            <a:ext cx="3271143" cy="1150402"/>
          </a:xfrm>
          <a:prstGeom prst="rect">
            <a:avLst/>
          </a:prstGeom>
        </p:spPr>
      </p:pic>
      <p:sp>
        <p:nvSpPr>
          <p:cNvPr id="2" name="Oval 12">
            <a:extLst>
              <a:ext uri="{FF2B5EF4-FFF2-40B4-BE49-F238E27FC236}">
                <a16:creationId xmlns:a16="http://schemas.microsoft.com/office/drawing/2014/main" id="{7655BD9F-B36B-4F0C-9F56-0C8056B0D244}"/>
              </a:ext>
            </a:extLst>
          </p:cNvPr>
          <p:cNvSpPr>
            <a:spLocks noChangeArrowheads="1"/>
          </p:cNvSpPr>
          <p:nvPr/>
        </p:nvSpPr>
        <p:spPr bwMode="auto">
          <a:xfrm>
            <a:off x="1674936" y="2148096"/>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3" name="Freeform 5">
            <a:extLst>
              <a:ext uri="{FF2B5EF4-FFF2-40B4-BE49-F238E27FC236}">
                <a16:creationId xmlns:a16="http://schemas.microsoft.com/office/drawing/2014/main" id="{D9BD4A1E-6E49-47EB-88D9-732C03332CC4}"/>
              </a:ext>
            </a:extLst>
          </p:cNvPr>
          <p:cNvSpPr>
            <a:spLocks/>
          </p:cNvSpPr>
          <p:nvPr/>
        </p:nvSpPr>
        <p:spPr bwMode="auto">
          <a:xfrm rot="2261061">
            <a:off x="3194443" y="2701345"/>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4" name="Freeform 6">
            <a:extLst>
              <a:ext uri="{FF2B5EF4-FFF2-40B4-BE49-F238E27FC236}">
                <a16:creationId xmlns:a16="http://schemas.microsoft.com/office/drawing/2014/main" id="{C712740F-CBAC-4743-B203-D004D23395FB}"/>
              </a:ext>
            </a:extLst>
          </p:cNvPr>
          <p:cNvSpPr>
            <a:spLocks/>
          </p:cNvSpPr>
          <p:nvPr/>
        </p:nvSpPr>
        <p:spPr bwMode="auto">
          <a:xfrm rot="2261061">
            <a:off x="2811452" y="3534360"/>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6"/>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5" name="Freeform 7">
            <a:extLst>
              <a:ext uri="{FF2B5EF4-FFF2-40B4-BE49-F238E27FC236}">
                <a16:creationId xmlns:a16="http://schemas.microsoft.com/office/drawing/2014/main" id="{E095438A-5B82-4532-A41C-EA0F13EEEDEF}"/>
              </a:ext>
            </a:extLst>
          </p:cNvPr>
          <p:cNvSpPr>
            <a:spLocks/>
          </p:cNvSpPr>
          <p:nvPr/>
        </p:nvSpPr>
        <p:spPr bwMode="auto">
          <a:xfrm rot="2261061">
            <a:off x="3280331" y="2449657"/>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6" name="Freeform 8">
            <a:extLst>
              <a:ext uri="{FF2B5EF4-FFF2-40B4-BE49-F238E27FC236}">
                <a16:creationId xmlns:a16="http://schemas.microsoft.com/office/drawing/2014/main" id="{4081E9E4-75E2-44F7-B61E-73B749A357EB}"/>
              </a:ext>
            </a:extLst>
          </p:cNvPr>
          <p:cNvSpPr>
            <a:spLocks/>
          </p:cNvSpPr>
          <p:nvPr/>
        </p:nvSpPr>
        <p:spPr bwMode="auto">
          <a:xfrm rot="2261061">
            <a:off x="3060259" y="3094556"/>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8" name="Freeform 10">
            <a:extLst>
              <a:ext uri="{FF2B5EF4-FFF2-40B4-BE49-F238E27FC236}">
                <a16:creationId xmlns:a16="http://schemas.microsoft.com/office/drawing/2014/main" id="{F184C038-5A3D-49E8-8595-8BF7B41BAD8D}"/>
              </a:ext>
            </a:extLst>
          </p:cNvPr>
          <p:cNvSpPr>
            <a:spLocks/>
          </p:cNvSpPr>
          <p:nvPr/>
        </p:nvSpPr>
        <p:spPr bwMode="auto">
          <a:xfrm rot="2261061">
            <a:off x="2571063" y="3724474"/>
            <a:ext cx="1246886" cy="803624"/>
          </a:xfrm>
          <a:custGeom>
            <a:avLst/>
            <a:gdLst>
              <a:gd name="T0" fmla="*/ 296 w 371"/>
              <a:gd name="T1" fmla="*/ 239 h 239"/>
              <a:gd name="T2" fmla="*/ 371 w 371"/>
              <a:gd name="T3" fmla="*/ 86 h 239"/>
              <a:gd name="T4" fmla="*/ 0 w 371"/>
              <a:gd name="T5" fmla="*/ 0 h 239"/>
              <a:gd name="T6" fmla="*/ 296 w 371"/>
              <a:gd name="T7" fmla="*/ 239 h 239"/>
            </a:gdLst>
            <a:ahLst/>
            <a:cxnLst>
              <a:cxn ang="0">
                <a:pos x="T0" y="T1"/>
              </a:cxn>
              <a:cxn ang="0">
                <a:pos x="T2" y="T3"/>
              </a:cxn>
              <a:cxn ang="0">
                <a:pos x="T4" y="T5"/>
              </a:cxn>
              <a:cxn ang="0">
                <a:pos x="T6" y="T7"/>
              </a:cxn>
            </a:cxnLst>
            <a:rect l="0" t="0" r="r" b="b"/>
            <a:pathLst>
              <a:path w="371" h="239">
                <a:moveTo>
                  <a:pt x="296" y="239"/>
                </a:moveTo>
                <a:cubicBezTo>
                  <a:pt x="332" y="195"/>
                  <a:pt x="358" y="143"/>
                  <a:pt x="371" y="86"/>
                </a:cubicBezTo>
                <a:cubicBezTo>
                  <a:pt x="0" y="0"/>
                  <a:pt x="0" y="0"/>
                  <a:pt x="0" y="0"/>
                </a:cubicBezTo>
                <a:lnTo>
                  <a:pt x="296" y="239"/>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43" name="Freeform 7">
            <a:extLst>
              <a:ext uri="{FF2B5EF4-FFF2-40B4-BE49-F238E27FC236}">
                <a16:creationId xmlns:a16="http://schemas.microsoft.com/office/drawing/2014/main" id="{FB37BA1B-93DF-428F-AB76-37145143F7B4}"/>
              </a:ext>
            </a:extLst>
          </p:cNvPr>
          <p:cNvSpPr>
            <a:spLocks/>
          </p:cNvSpPr>
          <p:nvPr/>
        </p:nvSpPr>
        <p:spPr bwMode="auto">
          <a:xfrm rot="2261061" flipH="1">
            <a:off x="2842959" y="2113434"/>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cxnSp>
        <p:nvCxnSpPr>
          <p:cNvPr id="129" name="Straight Connector 128">
            <a:extLst>
              <a:ext uri="{FF2B5EF4-FFF2-40B4-BE49-F238E27FC236}">
                <a16:creationId xmlns:a16="http://schemas.microsoft.com/office/drawing/2014/main" id="{84605042-82B0-42B8-B4EC-23B0E26D09E7}"/>
              </a:ext>
            </a:extLst>
          </p:cNvPr>
          <p:cNvCxnSpPr>
            <a:cxnSpLocks/>
          </p:cNvCxnSpPr>
          <p:nvPr/>
        </p:nvCxnSpPr>
        <p:spPr>
          <a:xfrm flipV="1">
            <a:off x="3713864" y="1034728"/>
            <a:ext cx="765600" cy="42003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2FF61DF-7940-41F0-95AE-635092261ECE}"/>
              </a:ext>
            </a:extLst>
          </p:cNvPr>
          <p:cNvCxnSpPr>
            <a:cxnSpLocks/>
          </p:cNvCxnSpPr>
          <p:nvPr/>
        </p:nvCxnSpPr>
        <p:spPr>
          <a:xfrm flipH="1" flipV="1">
            <a:off x="4951116" y="3934618"/>
            <a:ext cx="818792" cy="4903"/>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8342B87-5447-4E36-8316-556570096E54}"/>
              </a:ext>
            </a:extLst>
          </p:cNvPr>
          <p:cNvCxnSpPr>
            <a:cxnSpLocks/>
          </p:cNvCxnSpPr>
          <p:nvPr/>
        </p:nvCxnSpPr>
        <p:spPr>
          <a:xfrm flipV="1">
            <a:off x="4509465" y="1949381"/>
            <a:ext cx="787605" cy="118197"/>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B549150-63D2-40DC-8DE2-F3EA303D5929}"/>
              </a:ext>
            </a:extLst>
          </p:cNvPr>
          <p:cNvCxnSpPr>
            <a:cxnSpLocks/>
          </p:cNvCxnSpPr>
          <p:nvPr/>
        </p:nvCxnSpPr>
        <p:spPr>
          <a:xfrm flipV="1">
            <a:off x="4956018" y="2936867"/>
            <a:ext cx="804084" cy="5148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CB16BC8-4B77-4A9C-909E-2ABC367A12D5}"/>
              </a:ext>
            </a:extLst>
          </p:cNvPr>
          <p:cNvCxnSpPr>
            <a:cxnSpLocks/>
          </p:cNvCxnSpPr>
          <p:nvPr/>
        </p:nvCxnSpPr>
        <p:spPr>
          <a:xfrm>
            <a:off x="4518827" y="4762826"/>
            <a:ext cx="760787" cy="1254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36A4A06-6FE1-47B6-B9A8-A537BE880531}"/>
              </a:ext>
            </a:extLst>
          </p:cNvPr>
          <p:cNvCxnSpPr>
            <a:cxnSpLocks/>
          </p:cNvCxnSpPr>
          <p:nvPr/>
        </p:nvCxnSpPr>
        <p:spPr>
          <a:xfrm>
            <a:off x="3707520" y="5381389"/>
            <a:ext cx="794350" cy="40084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7658948B-6400-4947-A46E-AE5C146E965E}"/>
              </a:ext>
            </a:extLst>
          </p:cNvPr>
          <p:cNvSpPr/>
          <p:nvPr/>
        </p:nvSpPr>
        <p:spPr>
          <a:xfrm>
            <a:off x="2910883" y="1330669"/>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858448" y="1280161"/>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858448" y="5472970"/>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E6694893-FADB-4772-A629-12F924D02B89}"/>
              </a:ext>
            </a:extLst>
          </p:cNvPr>
          <p:cNvSpPr/>
          <p:nvPr/>
        </p:nvSpPr>
        <p:spPr>
          <a:xfrm>
            <a:off x="4441949" y="1995876"/>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B8776F7B-C4BF-4922-9A1A-0DA071E42B76}"/>
              </a:ext>
            </a:extLst>
          </p:cNvPr>
          <p:cNvSpPr/>
          <p:nvPr/>
        </p:nvSpPr>
        <p:spPr>
          <a:xfrm>
            <a:off x="4878376" y="2912535"/>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F98D58A9-2446-4E46-B138-733C736F4DAA}"/>
              </a:ext>
            </a:extLst>
          </p:cNvPr>
          <p:cNvSpPr/>
          <p:nvPr/>
        </p:nvSpPr>
        <p:spPr>
          <a:xfrm>
            <a:off x="4878376" y="3859351"/>
            <a:ext cx="150046" cy="150046"/>
          </a:xfrm>
          <a:prstGeom prst="ellipse">
            <a:avLst/>
          </a:prstGeom>
          <a:solidFill>
            <a:schemeClr val="accent4"/>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Rectangle: Rounded Corners 78">
            <a:extLst>
              <a:ext uri="{FF2B5EF4-FFF2-40B4-BE49-F238E27FC236}">
                <a16:creationId xmlns:a16="http://schemas.microsoft.com/office/drawing/2014/main" id="{A8275473-0AD5-45D3-8F04-91E6E7367348}"/>
              </a:ext>
            </a:extLst>
          </p:cNvPr>
          <p:cNvSpPr/>
          <p:nvPr/>
        </p:nvSpPr>
        <p:spPr>
          <a:xfrm>
            <a:off x="5616629" y="1489228"/>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C6F9BE63-7DC9-4D8F-A65E-6E5F01FDEE5D}"/>
              </a:ext>
            </a:extLst>
          </p:cNvPr>
          <p:cNvSpPr/>
          <p:nvPr/>
        </p:nvSpPr>
        <p:spPr>
          <a:xfrm>
            <a:off x="5245484" y="15719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a:solidFill>
                  <a:schemeClr val="accent2"/>
                </a:solidFill>
              </a:rPr>
              <a:t>02</a:t>
            </a:r>
          </a:p>
        </p:txBody>
      </p:sp>
      <p:sp>
        <p:nvSpPr>
          <p:cNvPr id="81" name="Rectangle 80">
            <a:extLst>
              <a:ext uri="{FF2B5EF4-FFF2-40B4-BE49-F238E27FC236}">
                <a16:creationId xmlns:a16="http://schemas.microsoft.com/office/drawing/2014/main" id="{CC1884A0-B60E-41E3-A429-6A19DA69FB51}"/>
              </a:ext>
            </a:extLst>
          </p:cNvPr>
          <p:cNvSpPr/>
          <p:nvPr/>
        </p:nvSpPr>
        <p:spPr>
          <a:xfrm>
            <a:off x="6258437" y="1800824"/>
            <a:ext cx="3440155" cy="224100"/>
          </a:xfrm>
          <a:prstGeom prst="rect">
            <a:avLst/>
          </a:prstGeom>
        </p:spPr>
        <p:txBody>
          <a:bodyPr wrap="square" lIns="0" tIns="0" rIns="0" bIns="0" anchor="ctr">
            <a:spAutoFit/>
          </a:bodyPr>
          <a:lstStyle/>
          <a:p>
            <a:pPr>
              <a:lnSpc>
                <a:spcPct val="110000"/>
              </a:lnSpc>
            </a:pPr>
            <a:r>
              <a:rPr lang="en-IN" sz="1400">
                <a:solidFill>
                  <a:schemeClr val="bg1"/>
                </a:solidFill>
                <a:latin typeface="Open Sans" panose="020B0606030504020204" pitchFamily="34" charset="0"/>
                <a:ea typeface="Open Sans" panose="020B0606030504020204" pitchFamily="34" charset="0"/>
                <a:cs typeface="Open Sans" panose="020B0606030504020204" pitchFamily="34" charset="0"/>
              </a:rPr>
              <a:t>Cyber LLM Market Overview</a:t>
            </a:r>
          </a:p>
        </p:txBody>
      </p:sp>
      <p:sp>
        <p:nvSpPr>
          <p:cNvPr id="66" name="Rectangle: Rounded Corners 65">
            <a:extLst>
              <a:ext uri="{FF2B5EF4-FFF2-40B4-BE49-F238E27FC236}">
                <a16:creationId xmlns:a16="http://schemas.microsoft.com/office/drawing/2014/main" id="{D783ED81-DA3A-4051-BA58-100A2C62427C}"/>
              </a:ext>
            </a:extLst>
          </p:cNvPr>
          <p:cNvSpPr/>
          <p:nvPr/>
        </p:nvSpPr>
        <p:spPr>
          <a:xfrm>
            <a:off x="6120685" y="2499978"/>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2718954B-DF3D-422F-B68B-5EF30C982594}"/>
              </a:ext>
            </a:extLst>
          </p:cNvPr>
          <p:cNvSpPr/>
          <p:nvPr/>
        </p:nvSpPr>
        <p:spPr>
          <a:xfrm>
            <a:off x="5728084" y="25826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a:solidFill>
                  <a:schemeClr val="accent1"/>
                </a:solidFill>
              </a:rPr>
              <a:t>03</a:t>
            </a:r>
          </a:p>
        </p:txBody>
      </p:sp>
      <p:sp>
        <p:nvSpPr>
          <p:cNvPr id="68" name="Rectangle 67">
            <a:extLst>
              <a:ext uri="{FF2B5EF4-FFF2-40B4-BE49-F238E27FC236}">
                <a16:creationId xmlns:a16="http://schemas.microsoft.com/office/drawing/2014/main" id="{17653028-981F-444D-995E-282124D87E96}"/>
              </a:ext>
            </a:extLst>
          </p:cNvPr>
          <p:cNvSpPr/>
          <p:nvPr/>
        </p:nvSpPr>
        <p:spPr>
          <a:xfrm>
            <a:off x="6766437" y="2811574"/>
            <a:ext cx="3440155" cy="224100"/>
          </a:xfrm>
          <a:prstGeom prst="rect">
            <a:avLst/>
          </a:prstGeom>
        </p:spPr>
        <p:txBody>
          <a:bodyPr wrap="square" lIns="0" tIns="0" rIns="0" bIns="0" anchor="ctr">
            <a:spAutoFit/>
          </a:bodyPr>
          <a:lstStyle/>
          <a:p>
            <a:pPr>
              <a:lnSpc>
                <a:spcPct val="110000"/>
              </a:lnSpc>
            </a:pPr>
            <a:r>
              <a:rPr lang="en-IN" sz="1400">
                <a:solidFill>
                  <a:schemeClr val="bg1"/>
                </a:solidFill>
                <a:latin typeface="Open Sans" panose="020B0606030504020204" pitchFamily="34" charset="0"/>
                <a:ea typeface="Open Sans" panose="020B0606030504020204" pitchFamily="34" charset="0"/>
                <a:cs typeface="Open Sans" panose="020B0606030504020204" pitchFamily="34" charset="0"/>
              </a:rPr>
              <a:t>LLM Finetuning &amp; Optimization</a:t>
            </a:r>
          </a:p>
        </p:txBody>
      </p:sp>
      <p:sp>
        <p:nvSpPr>
          <p:cNvPr id="82" name="Rectangle: Rounded Corners 81">
            <a:extLst>
              <a:ext uri="{FF2B5EF4-FFF2-40B4-BE49-F238E27FC236}">
                <a16:creationId xmlns:a16="http://schemas.microsoft.com/office/drawing/2014/main" id="{55061DC2-6177-4AF2-B8D7-0C8A62DA27F0}"/>
              </a:ext>
            </a:extLst>
          </p:cNvPr>
          <p:cNvSpPr/>
          <p:nvPr/>
        </p:nvSpPr>
        <p:spPr>
          <a:xfrm>
            <a:off x="5616629" y="4521478"/>
            <a:ext cx="4645018" cy="847295"/>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C1AC8196-0264-4A2A-85C7-BB7D511208BF}"/>
              </a:ext>
            </a:extLst>
          </p:cNvPr>
          <p:cNvSpPr/>
          <p:nvPr/>
        </p:nvSpPr>
        <p:spPr>
          <a:xfrm>
            <a:off x="5245484" y="4604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a:solidFill>
                  <a:schemeClr val="accent2"/>
                </a:solidFill>
              </a:rPr>
              <a:t>05</a:t>
            </a:r>
          </a:p>
        </p:txBody>
      </p:sp>
      <p:sp>
        <p:nvSpPr>
          <p:cNvPr id="84" name="Rectangle 83">
            <a:extLst>
              <a:ext uri="{FF2B5EF4-FFF2-40B4-BE49-F238E27FC236}">
                <a16:creationId xmlns:a16="http://schemas.microsoft.com/office/drawing/2014/main" id="{750A0077-20AA-410E-A8F3-11DFE80EE8E2}"/>
              </a:ext>
            </a:extLst>
          </p:cNvPr>
          <p:cNvSpPr/>
          <p:nvPr/>
        </p:nvSpPr>
        <p:spPr>
          <a:xfrm>
            <a:off x="6258437" y="4833074"/>
            <a:ext cx="3834687" cy="224100"/>
          </a:xfrm>
          <a:prstGeom prst="rect">
            <a:avLst/>
          </a:prstGeom>
        </p:spPr>
        <p:txBody>
          <a:bodyPr wrap="square" lIns="0" tIns="0" rIns="0" bIns="0" anchor="ctr">
            <a:spAutoFit/>
          </a:bodyPr>
          <a:lstStyle/>
          <a:p>
            <a:pPr>
              <a:lnSpc>
                <a:spcPct val="110000"/>
              </a:lnSpc>
            </a:pPr>
            <a:r>
              <a:rPr lang="en-IN" sz="1400">
                <a:solidFill>
                  <a:schemeClr val="bg1"/>
                </a:solidFill>
                <a:latin typeface="Open Sans" panose="020B0606030504020204" pitchFamily="34" charset="0"/>
                <a:ea typeface="Open Sans" panose="020B0606030504020204" pitchFamily="34" charset="0"/>
                <a:cs typeface="Open Sans" panose="020B0606030504020204" pitchFamily="34" charset="0"/>
              </a:rPr>
              <a:t>Product Development Lifecycle</a:t>
            </a:r>
          </a:p>
        </p:txBody>
      </p:sp>
      <p:sp>
        <p:nvSpPr>
          <p:cNvPr id="69" name="Rectangle: Rounded Corners 68">
            <a:extLst>
              <a:ext uri="{FF2B5EF4-FFF2-40B4-BE49-F238E27FC236}">
                <a16:creationId xmlns:a16="http://schemas.microsoft.com/office/drawing/2014/main" id="{EFC2BB35-1826-496F-8822-3AA9ACFC6444}"/>
              </a:ext>
            </a:extLst>
          </p:cNvPr>
          <p:cNvSpPr/>
          <p:nvPr/>
        </p:nvSpPr>
        <p:spPr>
          <a:xfrm>
            <a:off x="6118291" y="3510728"/>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510DBCB6-18CE-4E19-97F9-A009EE99D3BE}"/>
              </a:ext>
            </a:extLst>
          </p:cNvPr>
          <p:cNvSpPr/>
          <p:nvPr/>
        </p:nvSpPr>
        <p:spPr>
          <a:xfrm>
            <a:off x="5728084" y="35934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a:solidFill>
                  <a:schemeClr val="accent4"/>
                </a:solidFill>
              </a:rPr>
              <a:t>04</a:t>
            </a:r>
          </a:p>
        </p:txBody>
      </p:sp>
      <p:sp>
        <p:nvSpPr>
          <p:cNvPr id="72" name="Rectangle 71">
            <a:extLst>
              <a:ext uri="{FF2B5EF4-FFF2-40B4-BE49-F238E27FC236}">
                <a16:creationId xmlns:a16="http://schemas.microsoft.com/office/drawing/2014/main" id="{BCF47C04-A4AA-4FCE-B920-DC082893104D}"/>
              </a:ext>
            </a:extLst>
          </p:cNvPr>
          <p:cNvSpPr/>
          <p:nvPr/>
        </p:nvSpPr>
        <p:spPr>
          <a:xfrm>
            <a:off x="6787146" y="3822324"/>
            <a:ext cx="3440155" cy="224100"/>
          </a:xfrm>
          <a:prstGeom prst="rect">
            <a:avLst/>
          </a:prstGeom>
        </p:spPr>
        <p:txBody>
          <a:bodyPr wrap="square" lIns="0" tIns="0" rIns="0" bIns="0" anchor="ctr">
            <a:spAutoFit/>
          </a:bodyPr>
          <a:lstStyle/>
          <a:p>
            <a:pPr>
              <a:lnSpc>
                <a:spcPct val="110000"/>
              </a:lnSpc>
            </a:pPr>
            <a:r>
              <a:rPr lang="en-IN" sz="1400">
                <a:solidFill>
                  <a:schemeClr val="bg1"/>
                </a:solidFill>
                <a:latin typeface="Open Sans" panose="020B0606030504020204" pitchFamily="34" charset="0"/>
                <a:ea typeface="Open Sans" panose="020B0606030504020204" pitchFamily="34" charset="0"/>
                <a:cs typeface="Open Sans" panose="020B0606030504020204" pitchFamily="34" charset="0"/>
              </a:rPr>
              <a:t>Threat Intel Data Integration (Ignite et al)</a:t>
            </a:r>
          </a:p>
        </p:txBody>
      </p:sp>
      <p:sp>
        <p:nvSpPr>
          <p:cNvPr id="102" name="Oval 101">
            <a:extLst>
              <a:ext uri="{FF2B5EF4-FFF2-40B4-BE49-F238E27FC236}">
                <a16:creationId xmlns:a16="http://schemas.microsoft.com/office/drawing/2014/main" id="{D14BEA8A-8B9C-4589-8558-51BCD94F2F71}"/>
              </a:ext>
            </a:extLst>
          </p:cNvPr>
          <p:cNvSpPr/>
          <p:nvPr/>
        </p:nvSpPr>
        <p:spPr>
          <a:xfrm>
            <a:off x="3626332" y="1399106"/>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7CD62A60-BC6A-48AA-BE79-FD4F3D51882F}"/>
              </a:ext>
            </a:extLst>
          </p:cNvPr>
          <p:cNvSpPr/>
          <p:nvPr/>
        </p:nvSpPr>
        <p:spPr>
          <a:xfrm>
            <a:off x="3621850" y="5297321"/>
            <a:ext cx="150046" cy="150046"/>
          </a:xfrm>
          <a:prstGeom prst="ellipse">
            <a:avLst/>
          </a:prstGeom>
          <a:solidFill>
            <a:schemeClr val="accent1">
              <a:lumMod val="75000"/>
            </a:schemeClr>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Rectangle: Rounded Corners 105">
            <a:extLst>
              <a:ext uri="{FF2B5EF4-FFF2-40B4-BE49-F238E27FC236}">
                <a16:creationId xmlns:a16="http://schemas.microsoft.com/office/drawing/2014/main" id="{137C3552-BD4B-4981-A137-7E046C8EFB5C}"/>
              </a:ext>
            </a:extLst>
          </p:cNvPr>
          <p:cNvSpPr/>
          <p:nvPr/>
        </p:nvSpPr>
        <p:spPr>
          <a:xfrm>
            <a:off x="4777643" y="478478"/>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C9224741-E84A-4B1D-9E88-3030E148EF9A}"/>
              </a:ext>
            </a:extLst>
          </p:cNvPr>
          <p:cNvSpPr/>
          <p:nvPr/>
        </p:nvSpPr>
        <p:spPr>
          <a:xfrm>
            <a:off x="4406498" y="561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a:solidFill>
                  <a:schemeClr val="accent3"/>
                </a:solidFill>
              </a:rPr>
              <a:t>01</a:t>
            </a:r>
          </a:p>
        </p:txBody>
      </p:sp>
      <p:sp>
        <p:nvSpPr>
          <p:cNvPr id="112" name="Rectangle 111">
            <a:extLst>
              <a:ext uri="{FF2B5EF4-FFF2-40B4-BE49-F238E27FC236}">
                <a16:creationId xmlns:a16="http://schemas.microsoft.com/office/drawing/2014/main" id="{47141795-FDA6-41DE-ACC9-EE0799026F7A}"/>
              </a:ext>
            </a:extLst>
          </p:cNvPr>
          <p:cNvSpPr/>
          <p:nvPr/>
        </p:nvSpPr>
        <p:spPr>
          <a:xfrm>
            <a:off x="5419451" y="790074"/>
            <a:ext cx="3440155" cy="224100"/>
          </a:xfrm>
          <a:prstGeom prst="rect">
            <a:avLst/>
          </a:prstGeom>
        </p:spPr>
        <p:txBody>
          <a:bodyPr wrap="square" lIns="0" tIns="0" rIns="0" bIns="0" anchor="ctr">
            <a:spAutoFit/>
          </a:bodyPr>
          <a:lstStyle/>
          <a:p>
            <a:pPr>
              <a:lnSpc>
                <a:spcPct val="110000"/>
              </a:lnSpc>
            </a:pPr>
            <a:r>
              <a:rPr lang="en-IN" sz="1400">
                <a:solidFill>
                  <a:schemeClr val="bg1"/>
                </a:solidFill>
                <a:latin typeface="Open Sans" panose="020B0606030504020204" pitchFamily="34" charset="0"/>
                <a:ea typeface="Open Sans" panose="020B0606030504020204" pitchFamily="34" charset="0"/>
                <a:cs typeface="Open Sans" panose="020B0606030504020204" pitchFamily="34" charset="0"/>
              </a:rPr>
              <a:t>Athena Software Group</a:t>
            </a:r>
          </a:p>
        </p:txBody>
      </p:sp>
      <p:sp>
        <p:nvSpPr>
          <p:cNvPr id="115" name="Rectangle: Rounded Corners 114">
            <a:extLst>
              <a:ext uri="{FF2B5EF4-FFF2-40B4-BE49-F238E27FC236}">
                <a16:creationId xmlns:a16="http://schemas.microsoft.com/office/drawing/2014/main" id="{46739440-8D8D-4B2C-A77F-6669E6B0C777}"/>
              </a:ext>
            </a:extLst>
          </p:cNvPr>
          <p:cNvSpPr/>
          <p:nvPr/>
        </p:nvSpPr>
        <p:spPr>
          <a:xfrm>
            <a:off x="4777643" y="5532230"/>
            <a:ext cx="4645018" cy="847295"/>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a:extLst>
              <a:ext uri="{FF2B5EF4-FFF2-40B4-BE49-F238E27FC236}">
                <a16:creationId xmlns:a16="http://schemas.microsoft.com/office/drawing/2014/main" id="{4C64F813-2C29-4816-B7D8-C70E19301B91}"/>
              </a:ext>
            </a:extLst>
          </p:cNvPr>
          <p:cNvSpPr/>
          <p:nvPr/>
        </p:nvSpPr>
        <p:spPr>
          <a:xfrm>
            <a:off x="4406498" y="5614925"/>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a:solidFill>
                  <a:schemeClr val="accent1">
                    <a:lumMod val="75000"/>
                  </a:schemeClr>
                </a:solidFill>
              </a:rPr>
              <a:t>06</a:t>
            </a:r>
          </a:p>
        </p:txBody>
      </p:sp>
      <p:sp>
        <p:nvSpPr>
          <p:cNvPr id="127" name="Rectangle 126">
            <a:extLst>
              <a:ext uri="{FF2B5EF4-FFF2-40B4-BE49-F238E27FC236}">
                <a16:creationId xmlns:a16="http://schemas.microsoft.com/office/drawing/2014/main" id="{D003E9EE-EB5D-4D2B-8B08-24B04CA6B3D2}"/>
              </a:ext>
            </a:extLst>
          </p:cNvPr>
          <p:cNvSpPr/>
          <p:nvPr/>
        </p:nvSpPr>
        <p:spPr>
          <a:xfrm>
            <a:off x="5419451" y="5843826"/>
            <a:ext cx="3440155" cy="224100"/>
          </a:xfrm>
          <a:prstGeom prst="rect">
            <a:avLst/>
          </a:prstGeom>
        </p:spPr>
        <p:txBody>
          <a:bodyPr wrap="square" lIns="0" tIns="0" rIns="0" bIns="0" anchor="ctr">
            <a:spAutoFit/>
          </a:bodyPr>
          <a:lstStyle/>
          <a:p>
            <a:pPr>
              <a:lnSpc>
                <a:spcPct val="110000"/>
              </a:lnSpc>
            </a:pPr>
            <a:r>
              <a:rPr lang="en-IN" sz="1400">
                <a:solidFill>
                  <a:schemeClr val="bg1"/>
                </a:solidFill>
                <a:latin typeface="Open Sans" panose="020B0606030504020204" pitchFamily="34" charset="0"/>
                <a:ea typeface="Open Sans" panose="020B0606030504020204" pitchFamily="34" charset="0"/>
                <a:cs typeface="Open Sans" panose="020B0606030504020204" pitchFamily="34" charset="0"/>
              </a:rPr>
              <a:t>Summary</a:t>
            </a:r>
          </a:p>
        </p:txBody>
      </p:sp>
      <p:sp>
        <p:nvSpPr>
          <p:cNvPr id="130" name="Oval 129">
            <a:extLst>
              <a:ext uri="{FF2B5EF4-FFF2-40B4-BE49-F238E27FC236}">
                <a16:creationId xmlns:a16="http://schemas.microsoft.com/office/drawing/2014/main" id="{1AC223FA-CFF8-4492-B789-F3A297D04866}"/>
              </a:ext>
            </a:extLst>
          </p:cNvPr>
          <p:cNvSpPr/>
          <p:nvPr/>
        </p:nvSpPr>
        <p:spPr>
          <a:xfrm>
            <a:off x="4441949" y="4689199"/>
            <a:ext cx="150046" cy="150046"/>
          </a:xfrm>
          <a:prstGeom prst="ellipse">
            <a:avLst/>
          </a:prstGeom>
          <a:solidFill>
            <a:schemeClr val="accent6"/>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12">
            <a:extLst>
              <a:ext uri="{FF2B5EF4-FFF2-40B4-BE49-F238E27FC236}">
                <a16:creationId xmlns:a16="http://schemas.microsoft.com/office/drawing/2014/main" id="{F77421BA-406B-4452-83AE-424049E3B4BC}"/>
              </a:ext>
            </a:extLst>
          </p:cNvPr>
          <p:cNvSpPr>
            <a:spLocks noChangeArrowheads="1"/>
          </p:cNvSpPr>
          <p:nvPr/>
        </p:nvSpPr>
        <p:spPr bwMode="auto">
          <a:xfrm>
            <a:off x="1821269" y="2304504"/>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16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Athena’s CTI-LLM Design (</a:t>
            </a:r>
            <a:r>
              <a:rPr lang="en-IN" sz="1600" i="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Glaukopis</a:t>
            </a:r>
            <a:r>
              <a:rPr lang="en-IN" sz="16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153713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E36C0-3B66-C790-5048-83A3A7AD9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D5EC0-DF35-F2A6-0FA0-D7254E9B06DA}"/>
              </a:ext>
            </a:extLst>
          </p:cNvPr>
          <p:cNvSpPr>
            <a:spLocks noGrp="1"/>
          </p:cNvSpPr>
          <p:nvPr>
            <p:ph type="title"/>
          </p:nvPr>
        </p:nvSpPr>
        <p:spPr/>
        <p:txBody>
          <a:bodyPr/>
          <a:lstStyle/>
          <a:p>
            <a:r>
              <a:rPr lang="en-US"/>
              <a:t>Athena Software Group</a:t>
            </a:r>
          </a:p>
        </p:txBody>
      </p:sp>
      <p:sp>
        <p:nvSpPr>
          <p:cNvPr id="3" name="Text Placeholder 2">
            <a:extLst>
              <a:ext uri="{FF2B5EF4-FFF2-40B4-BE49-F238E27FC236}">
                <a16:creationId xmlns:a16="http://schemas.microsoft.com/office/drawing/2014/main" id="{2C0A9480-0BED-319A-9F05-E2493ACA24D0}"/>
              </a:ext>
            </a:extLst>
          </p:cNvPr>
          <p:cNvSpPr>
            <a:spLocks noGrp="1"/>
          </p:cNvSpPr>
          <p:nvPr>
            <p:ph type="body" idx="1"/>
          </p:nvPr>
        </p:nvSpPr>
        <p:spPr/>
        <p:txBody>
          <a:bodyPr/>
          <a:lstStyle/>
          <a:p>
            <a:r>
              <a:rPr lang="en-US"/>
              <a:t>Who we are and why we are different</a:t>
            </a:r>
          </a:p>
        </p:txBody>
      </p:sp>
    </p:spTree>
    <p:extLst>
      <p:ext uri="{BB962C8B-B14F-4D97-AF65-F5344CB8AC3E}">
        <p14:creationId xmlns:p14="http://schemas.microsoft.com/office/powerpoint/2010/main" val="2620738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94A2-B12D-0FC3-CDF7-B7315B5904AB}"/>
              </a:ext>
            </a:extLst>
          </p:cNvPr>
          <p:cNvSpPr>
            <a:spLocks noGrp="1"/>
          </p:cNvSpPr>
          <p:nvPr>
            <p:ph type="title" idx="4294967295"/>
          </p:nvPr>
        </p:nvSpPr>
        <p:spPr>
          <a:xfrm>
            <a:off x="1000372" y="1209957"/>
            <a:ext cx="3034580" cy="4438087"/>
          </a:xfrm>
        </p:spPr>
        <p:txBody>
          <a:bodyPr vert="horz" lIns="91440" tIns="45720" rIns="91440" bIns="45720" rtlCol="0" anchor="ctr">
            <a:normAutofit/>
          </a:bodyPr>
          <a:lstStyle/>
          <a:p>
            <a:pPr algn="r"/>
            <a:r>
              <a:rPr lang="en-US" sz="3200"/>
              <a:t>Athena Software Group Inc.</a:t>
            </a:r>
          </a:p>
        </p:txBody>
      </p:sp>
      <p:sp>
        <p:nvSpPr>
          <p:cNvPr id="25" name="Content Placeholder 2">
            <a:extLst>
              <a:ext uri="{FF2B5EF4-FFF2-40B4-BE49-F238E27FC236}">
                <a16:creationId xmlns:a16="http://schemas.microsoft.com/office/drawing/2014/main" id="{8F26F023-E979-BF7F-8669-50610F99DF69}"/>
              </a:ext>
            </a:extLst>
          </p:cNvPr>
          <p:cNvSpPr>
            <a:spLocks noGrp="1"/>
          </p:cNvSpPr>
          <p:nvPr>
            <p:ph idx="4294967295"/>
          </p:nvPr>
        </p:nvSpPr>
        <p:spPr>
          <a:xfrm>
            <a:off x="4789943" y="474563"/>
            <a:ext cx="6039733" cy="6273478"/>
          </a:xfrm>
        </p:spPr>
        <p:txBody>
          <a:bodyPr vert="horz" lIns="91440" tIns="45720" rIns="91440" bIns="45720" rtlCol="0" anchor="ctr">
            <a:normAutofit/>
          </a:bodyPr>
          <a:lstStyle/>
          <a:p>
            <a:pPr marL="0" indent="0">
              <a:lnSpc>
                <a:spcPct val="90000"/>
              </a:lnSpc>
              <a:buNone/>
            </a:pPr>
            <a:r>
              <a:rPr lang="en-US" sz="1600" u="none" strike="noStrike">
                <a:solidFill>
                  <a:schemeClr val="tx1"/>
                </a:solidFill>
                <a:effectLst/>
              </a:rPr>
              <a:t>A company founded under the principles of integrating Cyber Security best practices, high end custom enterprise software and artificial intelligence (LLMs). </a:t>
            </a:r>
          </a:p>
          <a:p>
            <a:pPr marL="0" indent="0">
              <a:lnSpc>
                <a:spcPct val="90000"/>
              </a:lnSpc>
              <a:buNone/>
            </a:pPr>
            <a:r>
              <a:rPr lang="en-US" sz="1600" u="none" strike="noStrike">
                <a:solidFill>
                  <a:schemeClr val="tx1"/>
                </a:solidFill>
                <a:effectLst/>
              </a:rPr>
              <a:t>Athena Software Group brings together some of the best minds in computer science, cyber defense and SaaS to design solutions </a:t>
            </a:r>
            <a:r>
              <a:rPr lang="en-US" sz="1600">
                <a:solidFill>
                  <a:schemeClr val="tx1"/>
                </a:solidFill>
              </a:rPr>
              <a:t>specifically </a:t>
            </a:r>
            <a:r>
              <a:rPr lang="en-US" sz="1600" u="none" strike="noStrike">
                <a:solidFill>
                  <a:schemeClr val="tx1"/>
                </a:solidFill>
                <a:effectLst/>
              </a:rPr>
              <a:t>for application service providers. </a:t>
            </a:r>
          </a:p>
          <a:p>
            <a:pPr marL="0" indent="0">
              <a:lnSpc>
                <a:spcPct val="90000"/>
              </a:lnSpc>
              <a:buNone/>
            </a:pPr>
            <a:r>
              <a:rPr lang="en-US" sz="1600" u="none" strike="noStrike">
                <a:solidFill>
                  <a:schemeClr val="tx1"/>
                </a:solidFill>
                <a:effectLst/>
              </a:rPr>
              <a:t>We take a fully integrated and analytical approach to Cyber Security defense, knowing through experience that the best Cyber Defense strategies arise from providing the best analysts with the best tools from within a fully integrated cyber security infrastructure that is informed by the latest cyber and t</a:t>
            </a:r>
          </a:p>
          <a:p>
            <a:pPr marL="0" indent="0">
              <a:lnSpc>
                <a:spcPct val="90000"/>
              </a:lnSpc>
              <a:buNone/>
            </a:pPr>
            <a:r>
              <a:rPr lang="en-US" sz="1600" u="none" strike="noStrike">
                <a:solidFill>
                  <a:schemeClr val="tx1"/>
                </a:solidFill>
                <a:effectLst/>
              </a:rPr>
              <a:t>We intend to set a new bar in Cyber </a:t>
            </a:r>
            <a:r>
              <a:rPr lang="en-US" sz="1600">
                <a:solidFill>
                  <a:schemeClr val="tx1"/>
                </a:solidFill>
              </a:rPr>
              <a:t>defense by providing tools along the entire Cyber defense stack which are fully integrated with Cyber specific trained LLMs that both understand the global threat landscape AND are informed by the technical specifications which underpin the application specific infrastructure environment </a:t>
            </a:r>
            <a:r>
              <a:rPr lang="en-US" sz="1600" u="none" strike="noStrike">
                <a:solidFill>
                  <a:schemeClr val="tx1"/>
                </a:solidFill>
                <a:effectLst/>
              </a:rPr>
              <a:t>facilitating higher quality, more rapid and informed outcomes with respect to threat and anomaly detection, response management, vulnerability management and compliance.</a:t>
            </a:r>
          </a:p>
        </p:txBody>
      </p:sp>
    </p:spTree>
    <p:extLst>
      <p:ext uri="{BB962C8B-B14F-4D97-AF65-F5344CB8AC3E}">
        <p14:creationId xmlns:p14="http://schemas.microsoft.com/office/powerpoint/2010/main" val="335735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descr="A screenshot of a computer program&#10;&#10;AI-generated content may be incorrect.">
            <a:extLst>
              <a:ext uri="{FF2B5EF4-FFF2-40B4-BE49-F238E27FC236}">
                <a16:creationId xmlns:a16="http://schemas.microsoft.com/office/drawing/2014/main" id="{A85A74AC-13B5-F3CA-9945-EE771D799B68}"/>
              </a:ext>
            </a:extLst>
          </p:cNvPr>
          <p:cNvPicPr>
            <a:picLocks noChangeAspect="1"/>
          </p:cNvPicPr>
          <p:nvPr/>
        </p:nvPicPr>
        <p:blipFill>
          <a:blip r:embed="rId3">
            <a:alphaModFix amt="40000"/>
          </a:blip>
          <a:srcRect l="325" r="1454" b="1"/>
          <a:stretch/>
        </p:blipFill>
        <p:spPr>
          <a:xfrm>
            <a:off x="256033" y="144018"/>
            <a:ext cx="11679934" cy="6569964"/>
          </a:xfrm>
          <a:prstGeom prst="rect">
            <a:avLst/>
          </a:prstGeom>
        </p:spPr>
      </p:pic>
      <p:sp>
        <p:nvSpPr>
          <p:cNvPr id="2" name="Title 1">
            <a:extLst>
              <a:ext uri="{FF2B5EF4-FFF2-40B4-BE49-F238E27FC236}">
                <a16:creationId xmlns:a16="http://schemas.microsoft.com/office/drawing/2014/main" id="{16BF9B38-D36C-9D7D-4F82-807C32EFE971}"/>
              </a:ext>
            </a:extLst>
          </p:cNvPr>
          <p:cNvSpPr>
            <a:spLocks noGrp="1"/>
          </p:cNvSpPr>
          <p:nvPr>
            <p:ph type="title"/>
          </p:nvPr>
        </p:nvSpPr>
        <p:spPr>
          <a:xfrm>
            <a:off x="1154955" y="2099733"/>
            <a:ext cx="8825658" cy="2677648"/>
          </a:xfrm>
        </p:spPr>
        <p:txBody>
          <a:bodyPr vert="horz" lIns="91440" tIns="45720" rIns="91440" bIns="45720" rtlCol="0" anchor="b">
            <a:normAutofit/>
          </a:bodyPr>
          <a:lstStyle/>
          <a:p>
            <a:r>
              <a:rPr lang="en-US" sz="5400">
                <a:solidFill>
                  <a:schemeClr val="tx1"/>
                </a:solidFill>
              </a:rPr>
              <a:t>Cloud Solution Providers</a:t>
            </a:r>
          </a:p>
        </p:txBody>
      </p:sp>
      <p:sp>
        <p:nvSpPr>
          <p:cNvPr id="3" name="TextBox 2">
            <a:extLst>
              <a:ext uri="{FF2B5EF4-FFF2-40B4-BE49-F238E27FC236}">
                <a16:creationId xmlns:a16="http://schemas.microsoft.com/office/drawing/2014/main" id="{45A1E1B8-EF73-7A94-3B17-21651A5FDB0F}"/>
              </a:ext>
            </a:extLst>
          </p:cNvPr>
          <p:cNvSpPr txBox="1"/>
          <p:nvPr/>
        </p:nvSpPr>
        <p:spPr>
          <a:xfrm>
            <a:off x="1154955" y="4777380"/>
            <a:ext cx="8825658" cy="861420"/>
          </a:xfrm>
          <a:prstGeom prst="rect">
            <a:avLst/>
          </a:prstGeom>
        </p:spPr>
        <p:txBody>
          <a:bodyPr vert="horz" lIns="91440" tIns="45720" rIns="91440" bIns="45720" rtlCol="0" anchor="t">
            <a:normAutofit/>
          </a:bodyPr>
          <a:lstStyle/>
          <a:p>
            <a:pPr>
              <a:spcBef>
                <a:spcPts val="1000"/>
              </a:spcBef>
              <a:buClr>
                <a:schemeClr val="accent1"/>
              </a:buClr>
              <a:buSzPct val="80000"/>
            </a:pPr>
            <a:r>
              <a:rPr lang="en-US" cap="all"/>
              <a:t>If you’re not overwhelmed and confused, you’re not paying attention</a:t>
            </a:r>
          </a:p>
        </p:txBody>
      </p:sp>
      <p:sp>
        <p:nvSpPr>
          <p:cNvPr id="5" name="Title 1">
            <a:extLst>
              <a:ext uri="{FF2B5EF4-FFF2-40B4-BE49-F238E27FC236}">
                <a16:creationId xmlns:a16="http://schemas.microsoft.com/office/drawing/2014/main" id="{1F74F3C0-4F6A-A9DC-416E-35DC9E2A9606}"/>
              </a:ext>
            </a:extLst>
          </p:cNvPr>
          <p:cNvSpPr txBox="1">
            <a:spLocks/>
          </p:cNvSpPr>
          <p:nvPr/>
        </p:nvSpPr>
        <p:spPr bwMode="gray">
          <a:xfrm>
            <a:off x="1307355" y="2252133"/>
            <a:ext cx="8825658" cy="2677648"/>
          </a:xfrm>
          <a:prstGeom prst="rect">
            <a:avLst/>
          </a:prstGeom>
        </p:spPr>
        <p:txBody>
          <a:bodyPr vert="horz" lIns="91440" tIns="45720" rIns="91440" bIns="45720" rtlCol="0" anchor="b">
            <a:normAutofit/>
          </a:bodyPr>
          <a:lst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400">
                <a:solidFill>
                  <a:schemeClr val="bg1"/>
                </a:solidFill>
              </a:rPr>
              <a:t>Cloud Solution Providers</a:t>
            </a:r>
          </a:p>
        </p:txBody>
      </p:sp>
      <p:sp>
        <p:nvSpPr>
          <p:cNvPr id="6" name="TextBox 5">
            <a:extLst>
              <a:ext uri="{FF2B5EF4-FFF2-40B4-BE49-F238E27FC236}">
                <a16:creationId xmlns:a16="http://schemas.microsoft.com/office/drawing/2014/main" id="{7FBB3C38-CC0E-3920-53F0-34C85C3A8A57}"/>
              </a:ext>
            </a:extLst>
          </p:cNvPr>
          <p:cNvSpPr txBox="1"/>
          <p:nvPr/>
        </p:nvSpPr>
        <p:spPr>
          <a:xfrm>
            <a:off x="1307355" y="4929780"/>
            <a:ext cx="8825658" cy="861420"/>
          </a:xfrm>
          <a:prstGeom prst="rect">
            <a:avLst/>
          </a:prstGeom>
        </p:spPr>
        <p:txBody>
          <a:bodyPr vert="horz" lIns="91440" tIns="45720" rIns="91440" bIns="45720" rtlCol="0" anchor="t">
            <a:normAutofit/>
          </a:bodyPr>
          <a:lstStyle/>
          <a:p>
            <a:pPr>
              <a:spcBef>
                <a:spcPts val="1000"/>
              </a:spcBef>
              <a:buClr>
                <a:schemeClr val="accent1"/>
              </a:buClr>
              <a:buSzPct val="80000"/>
            </a:pPr>
            <a:r>
              <a:rPr lang="en-US" cap="all">
                <a:solidFill>
                  <a:schemeClr val="bg1"/>
                </a:solidFill>
              </a:rPr>
              <a:t>If you’re not overwhelmed and confused, you’re not paying attention</a:t>
            </a:r>
          </a:p>
        </p:txBody>
      </p:sp>
    </p:spTree>
    <p:extLst>
      <p:ext uri="{BB962C8B-B14F-4D97-AF65-F5344CB8AC3E}">
        <p14:creationId xmlns:p14="http://schemas.microsoft.com/office/powerpoint/2010/main" val="2660766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4"/>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333333"/>
              </a:buClr>
              <a:buSzPts val="3750"/>
              <a:buFont typeface="Inter"/>
              <a:buNone/>
            </a:pPr>
            <a:r>
              <a:rPr lang="en-US" sz="3750" b="1" i="0" u="none" strike="noStrike" cap="none">
                <a:solidFill>
                  <a:srgbClr val="333333"/>
                </a:solidFill>
                <a:latin typeface="Inter"/>
                <a:ea typeface="Inter"/>
                <a:cs typeface="Inter"/>
                <a:sym typeface="Inter"/>
              </a:rPr>
              <a:t>The Cybersecurity Challenge</a:t>
            </a:r>
            <a:endParaRPr sz="1800" b="0" i="0" u="none" strike="noStrike" cap="none">
              <a:solidFill>
                <a:schemeClr val="dk1"/>
              </a:solidFill>
              <a:latin typeface="Arial"/>
              <a:ea typeface="Arial"/>
              <a:cs typeface="Arial"/>
              <a:sym typeface="Arial"/>
            </a:endParaRPr>
          </a:p>
        </p:txBody>
      </p:sp>
      <p:sp>
        <p:nvSpPr>
          <p:cNvPr id="26" name="Google Shape;26;p4"/>
          <p:cNvSpPr/>
          <p:nvPr/>
        </p:nvSpPr>
        <p:spPr>
          <a:xfrm>
            <a:off x="476131" y="1595039"/>
            <a:ext cx="714196" cy="714196"/>
          </a:xfrm>
          <a:prstGeom prst="ellipse">
            <a:avLst/>
          </a:prstGeom>
          <a:solidFill>
            <a:srgbClr val="22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 name="Google Shape;27;p4"/>
          <p:cNvPicPr preferRelativeResize="0"/>
          <p:nvPr/>
        </p:nvPicPr>
        <p:blipFill rotWithShape="1">
          <a:blip r:embed="rId3">
            <a:alphaModFix/>
          </a:blip>
          <a:srcRect/>
          <a:stretch/>
        </p:blipFill>
        <p:spPr>
          <a:xfrm>
            <a:off x="664809" y="1780563"/>
            <a:ext cx="314246" cy="361860"/>
          </a:xfrm>
          <a:prstGeom prst="rect">
            <a:avLst/>
          </a:prstGeom>
          <a:noFill/>
          <a:ln>
            <a:noFill/>
          </a:ln>
        </p:spPr>
      </p:pic>
      <p:sp>
        <p:nvSpPr>
          <p:cNvPr id="28" name="Google Shape;28;p4"/>
          <p:cNvSpPr/>
          <p:nvPr/>
        </p:nvSpPr>
        <p:spPr>
          <a:xfrm>
            <a:off x="1380781" y="1546086"/>
            <a:ext cx="2385104"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Proliferation of security tools</a:t>
            </a:r>
            <a:endParaRPr b="0" i="0" u="none" strike="noStrike" cap="none">
              <a:solidFill>
                <a:schemeClr val="dk1"/>
              </a:solidFill>
              <a:latin typeface="Arial"/>
              <a:ea typeface="Arial"/>
              <a:cs typeface="Arial"/>
              <a:sym typeface="Arial"/>
            </a:endParaRPr>
          </a:p>
        </p:txBody>
      </p:sp>
      <p:sp>
        <p:nvSpPr>
          <p:cNvPr id="29" name="Google Shape;29;p4"/>
          <p:cNvSpPr/>
          <p:nvPr/>
        </p:nvSpPr>
        <p:spPr>
          <a:xfrm>
            <a:off x="1380780" y="2204331"/>
            <a:ext cx="2775843" cy="2632111"/>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Organizations employ a variety of security tools, such as firewalls, web application firewalls (WAFs), intrusion detection systems (IDS), and endpoint detection and response (EDR) solutions, leading to a complex and fragmented security landscape.</a:t>
            </a:r>
            <a:endParaRPr sz="1400" b="0" i="0" u="none" strike="noStrike" cap="none">
              <a:solidFill>
                <a:schemeClr val="dk1"/>
              </a:solidFill>
              <a:latin typeface="Arial"/>
              <a:ea typeface="Arial"/>
              <a:cs typeface="Arial"/>
              <a:sym typeface="Arial"/>
            </a:endParaRPr>
          </a:p>
        </p:txBody>
      </p:sp>
      <p:sp>
        <p:nvSpPr>
          <p:cNvPr id="30" name="Google Shape;30;p4"/>
          <p:cNvSpPr/>
          <p:nvPr/>
        </p:nvSpPr>
        <p:spPr>
          <a:xfrm>
            <a:off x="4380405" y="1595039"/>
            <a:ext cx="714196" cy="714196"/>
          </a:xfrm>
          <a:prstGeom prst="ellipse">
            <a:avLst/>
          </a:prstGeom>
          <a:solidFill>
            <a:srgbClr val="FFD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 name="Google Shape;31;p4"/>
          <p:cNvPicPr preferRelativeResize="0"/>
          <p:nvPr/>
        </p:nvPicPr>
        <p:blipFill rotWithShape="1">
          <a:blip r:embed="rId4">
            <a:alphaModFix/>
          </a:blip>
          <a:srcRect/>
          <a:stretch/>
        </p:blipFill>
        <p:spPr>
          <a:xfrm>
            <a:off x="4557692" y="1788934"/>
            <a:ext cx="361860" cy="333292"/>
          </a:xfrm>
          <a:prstGeom prst="rect">
            <a:avLst/>
          </a:prstGeom>
          <a:noFill/>
          <a:ln>
            <a:noFill/>
          </a:ln>
        </p:spPr>
      </p:pic>
      <p:sp>
        <p:nvSpPr>
          <p:cNvPr id="32" name="Google Shape;32;p4"/>
          <p:cNvSpPr/>
          <p:nvPr/>
        </p:nvSpPr>
        <p:spPr>
          <a:xfrm>
            <a:off x="5285053" y="1546086"/>
            <a:ext cx="2775843"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Siloed data and lack of integration</a:t>
            </a:r>
            <a:endParaRPr b="0" i="0" u="none" strike="noStrike" cap="none">
              <a:solidFill>
                <a:schemeClr val="dk1"/>
              </a:solidFill>
              <a:latin typeface="Arial"/>
              <a:ea typeface="Arial"/>
              <a:cs typeface="Arial"/>
              <a:sym typeface="Arial"/>
            </a:endParaRPr>
          </a:p>
        </p:txBody>
      </p:sp>
      <p:sp>
        <p:nvSpPr>
          <p:cNvPr id="33" name="Google Shape;33;p4"/>
          <p:cNvSpPr/>
          <p:nvPr/>
        </p:nvSpPr>
        <p:spPr>
          <a:xfrm>
            <a:off x="5285053" y="2204331"/>
            <a:ext cx="2775843" cy="1842478"/>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Security data is often trapped in individual tools, making it difficult to gain a comprehensive view of the threat landscape and hindering effective threat detection and response.</a:t>
            </a:r>
            <a:endParaRPr sz="1400" b="0" i="0" u="none" strike="noStrike" cap="none">
              <a:solidFill>
                <a:schemeClr val="dk1"/>
              </a:solidFill>
              <a:latin typeface="Arial"/>
              <a:ea typeface="Arial"/>
              <a:cs typeface="Arial"/>
              <a:sym typeface="Arial"/>
            </a:endParaRPr>
          </a:p>
        </p:txBody>
      </p:sp>
      <p:sp>
        <p:nvSpPr>
          <p:cNvPr id="34" name="Google Shape;34;p4"/>
          <p:cNvSpPr/>
          <p:nvPr/>
        </p:nvSpPr>
        <p:spPr>
          <a:xfrm>
            <a:off x="8284678" y="1595039"/>
            <a:ext cx="714196" cy="714196"/>
          </a:xfrm>
          <a:prstGeom prst="ellipse">
            <a:avLst/>
          </a:prstGeom>
          <a:solidFill>
            <a:srgbClr val="FEC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 name="Google Shape;35;p4"/>
          <p:cNvPicPr preferRelativeResize="0"/>
          <p:nvPr/>
        </p:nvPicPr>
        <p:blipFill rotWithShape="1">
          <a:blip r:embed="rId5">
            <a:alphaModFix/>
          </a:blip>
          <a:srcRect/>
          <a:stretch/>
        </p:blipFill>
        <p:spPr>
          <a:xfrm>
            <a:off x="8461965" y="1784746"/>
            <a:ext cx="361860" cy="342814"/>
          </a:xfrm>
          <a:prstGeom prst="rect">
            <a:avLst/>
          </a:prstGeom>
          <a:noFill/>
          <a:ln>
            <a:noFill/>
          </a:ln>
        </p:spPr>
      </p:pic>
      <p:sp>
        <p:nvSpPr>
          <p:cNvPr id="36" name="Google Shape;36;p4"/>
          <p:cNvSpPr/>
          <p:nvPr/>
        </p:nvSpPr>
        <p:spPr>
          <a:xfrm>
            <a:off x="9189328" y="1546086"/>
            <a:ext cx="2337864"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Overwhelmed security teams</a:t>
            </a:r>
            <a:endParaRPr b="0" i="0" u="none" strike="noStrike" cap="none">
              <a:solidFill>
                <a:schemeClr val="dk1"/>
              </a:solidFill>
              <a:latin typeface="Arial"/>
              <a:ea typeface="Arial"/>
              <a:cs typeface="Arial"/>
              <a:sym typeface="Arial"/>
            </a:endParaRPr>
          </a:p>
        </p:txBody>
      </p:sp>
      <p:sp>
        <p:nvSpPr>
          <p:cNvPr id="37" name="Google Shape;37;p4"/>
          <p:cNvSpPr/>
          <p:nvPr/>
        </p:nvSpPr>
        <p:spPr>
          <a:xfrm>
            <a:off x="9189327" y="2204331"/>
            <a:ext cx="2775843" cy="1842478"/>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Security teams struggle to correlate and analyze data from multiple disparate tools, leading to increased workloads and delays in identifying and addressing security incidents.</a:t>
            </a:r>
            <a:endParaRPr sz="1400" b="0" i="0" u="none" strike="noStrike" cap="none">
              <a:solidFill>
                <a:schemeClr val="dk1"/>
              </a:solidFill>
              <a:latin typeface="Arial"/>
              <a:ea typeface="Arial"/>
              <a:cs typeface="Arial"/>
              <a:sym typeface="Arial"/>
            </a:endParaRPr>
          </a:p>
        </p:txBody>
      </p:sp>
      <p:sp>
        <p:nvSpPr>
          <p:cNvPr id="38" name="Google Shape;38;p4"/>
          <p:cNvSpPr/>
          <p:nvPr/>
        </p:nvSpPr>
        <p:spPr>
          <a:xfrm>
            <a:off x="0" y="5218395"/>
            <a:ext cx="12188952" cy="1637890"/>
          </a:xfrm>
          <a:prstGeom prst="rect">
            <a:avLst/>
          </a:prstGeom>
          <a:solidFill>
            <a:srgbClr val="FD8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664809" y="5538518"/>
            <a:ext cx="10936728" cy="997643"/>
          </a:xfrm>
          <a:prstGeom prst="rect">
            <a:avLst/>
          </a:prstGeom>
          <a:noFill/>
          <a:ln>
            <a:noFill/>
          </a:ln>
        </p:spPr>
        <p:txBody>
          <a:bodyPr spcFirstLastPara="1" wrap="square" lIns="0" tIns="0" rIns="0" bIns="0" anchor="ctr" anchorCtr="0">
            <a:noAutofit/>
          </a:bodyPr>
          <a:lstStyle/>
          <a:p>
            <a:pPr marL="0" marR="0" lvl="0" indent="0" algn="ctr" rtl="0">
              <a:lnSpc>
                <a:spcPct val="116400"/>
              </a:lnSpc>
              <a:spcBef>
                <a:spcPts val="0"/>
              </a:spcBef>
              <a:spcAft>
                <a:spcPts val="0"/>
              </a:spcAft>
              <a:buClr>
                <a:srgbClr val="333333"/>
              </a:buClr>
              <a:buSzPts val="2250"/>
              <a:buFont typeface="Inter"/>
              <a:buNone/>
            </a:pPr>
            <a:r>
              <a:rPr lang="en-US" sz="1800" b="1" i="1" u="none" strike="noStrike" cap="none">
                <a:solidFill>
                  <a:srgbClr val="333333"/>
                </a:solidFill>
                <a:latin typeface="Inter"/>
                <a:ea typeface="Inter"/>
                <a:cs typeface="Inter"/>
                <a:sym typeface="Inter"/>
              </a:rPr>
              <a:t>The fragmentation of security tools and siloed data across an organization's network infrastructure hinders the ability to detect, analyze, and respond to threats in a timely and effective manner, presenting a significant challenge in today's evolving cybersecurity landscape.</a:t>
            </a:r>
            <a:endParaRPr b="0" i="1" u="none" strike="noStrike" cap="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73"/>
        <p:cNvGrpSpPr/>
        <p:nvPr/>
      </p:nvGrpSpPr>
      <p:grpSpPr>
        <a:xfrm>
          <a:off x="0" y="0"/>
          <a:ext cx="0" cy="0"/>
          <a:chOff x="0" y="0"/>
          <a:chExt cx="0" cy="0"/>
        </a:xfrm>
      </p:grpSpPr>
      <p:sp>
        <p:nvSpPr>
          <p:cNvPr id="74" name="Google Shape;74;p6"/>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3750" b="1" i="0" u="none" strike="noStrike" cap="none">
                <a:solidFill>
                  <a:srgbClr val="FFFFFF"/>
                </a:solidFill>
                <a:latin typeface="Inter"/>
                <a:ea typeface="Inter"/>
                <a:cs typeface="Inter"/>
                <a:sym typeface="Inter"/>
              </a:rPr>
              <a:t>The Value of an Integrated Approach</a:t>
            </a:r>
            <a:endParaRPr sz="1800" b="0" i="0" u="none" strike="noStrike" cap="none">
              <a:solidFill>
                <a:schemeClr val="dk1"/>
              </a:solidFill>
              <a:latin typeface="Arial"/>
              <a:ea typeface="Arial"/>
              <a:cs typeface="Arial"/>
              <a:sym typeface="Arial"/>
            </a:endParaRPr>
          </a:p>
        </p:txBody>
      </p:sp>
      <p:sp>
        <p:nvSpPr>
          <p:cNvPr id="75" name="Google Shape;75;p6"/>
          <p:cNvSpPr/>
          <p:nvPr/>
        </p:nvSpPr>
        <p:spPr>
          <a:xfrm>
            <a:off x="476131" y="1590277"/>
            <a:ext cx="3618595" cy="2109260"/>
          </a:xfrm>
          <a:prstGeom prst="rect">
            <a:avLst/>
          </a:prstGeom>
          <a:solidFill>
            <a:srgbClr val="22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761810"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Enhanced Threat Detection</a:t>
            </a:r>
            <a:endParaRPr sz="1800" b="0" i="0" u="none" strike="noStrike" cap="none">
              <a:solidFill>
                <a:schemeClr val="dk1"/>
              </a:solidFill>
              <a:latin typeface="Arial"/>
              <a:ea typeface="Arial"/>
              <a:cs typeface="Arial"/>
              <a:sym typeface="Arial"/>
            </a:endParaRPr>
          </a:p>
        </p:txBody>
      </p:sp>
      <p:sp>
        <p:nvSpPr>
          <p:cNvPr id="77" name="Google Shape;77;p6"/>
          <p:cNvSpPr/>
          <p:nvPr/>
        </p:nvSpPr>
        <p:spPr>
          <a:xfrm>
            <a:off x="761810" y="2164685"/>
            <a:ext cx="3456711"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Consolidating security tools and data across the network allows for a more comprehensive view of potential threats, enabling faster and more accurate detection of anomalies and suspicious activities.</a:t>
            </a:r>
            <a:endParaRPr sz="1800" b="0" i="0" u="none" strike="noStrike" cap="none">
              <a:solidFill>
                <a:schemeClr val="dk1"/>
              </a:solidFill>
              <a:latin typeface="Arial"/>
              <a:ea typeface="Arial"/>
              <a:cs typeface="Arial"/>
              <a:sym typeface="Arial"/>
            </a:endParaRPr>
          </a:p>
        </p:txBody>
      </p:sp>
      <p:sp>
        <p:nvSpPr>
          <p:cNvPr id="78" name="Google Shape;78;p6"/>
          <p:cNvSpPr/>
          <p:nvPr/>
        </p:nvSpPr>
        <p:spPr>
          <a:xfrm>
            <a:off x="4285178" y="1590277"/>
            <a:ext cx="3618595" cy="2109260"/>
          </a:xfrm>
          <a:prstGeom prst="rect">
            <a:avLst/>
          </a:prstGeom>
          <a:solidFill>
            <a:srgbClr val="FFD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a:off x="4570857"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Improved Threat Analysis</a:t>
            </a:r>
            <a:endParaRPr sz="1800" b="0" i="0" u="none" strike="noStrike" cap="none">
              <a:solidFill>
                <a:schemeClr val="dk1"/>
              </a:solidFill>
              <a:latin typeface="Arial"/>
              <a:ea typeface="Arial"/>
              <a:cs typeface="Arial"/>
              <a:sym typeface="Arial"/>
            </a:endParaRPr>
          </a:p>
        </p:txBody>
      </p:sp>
      <p:sp>
        <p:nvSpPr>
          <p:cNvPr id="80" name="Google Shape;80;p6"/>
          <p:cNvSpPr/>
          <p:nvPr/>
        </p:nvSpPr>
        <p:spPr>
          <a:xfrm>
            <a:off x="4570858" y="2164685"/>
            <a:ext cx="3105290"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By integrating data from various security components, security teams can analyze threat patterns and indicators more effectively, leading to better informed decision-making and more efficient incident response.</a:t>
            </a:r>
            <a:endParaRPr sz="1800" b="0" i="0" u="none" strike="noStrike" cap="none">
              <a:solidFill>
                <a:schemeClr val="dk1"/>
              </a:solidFill>
              <a:latin typeface="Arial"/>
              <a:ea typeface="Arial"/>
              <a:cs typeface="Arial"/>
              <a:sym typeface="Arial"/>
            </a:endParaRPr>
          </a:p>
        </p:txBody>
      </p:sp>
      <p:sp>
        <p:nvSpPr>
          <p:cNvPr id="81" name="Google Shape;81;p6"/>
          <p:cNvSpPr/>
          <p:nvPr/>
        </p:nvSpPr>
        <p:spPr>
          <a:xfrm>
            <a:off x="8094226" y="1590277"/>
            <a:ext cx="3618595" cy="2109260"/>
          </a:xfrm>
          <a:prstGeom prst="rect">
            <a:avLst/>
          </a:prstGeom>
          <a:solidFill>
            <a:srgbClr val="FEC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8379905"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Streamlined Remediation</a:t>
            </a:r>
            <a:endParaRPr sz="1800" b="0" i="0" u="none" strike="noStrike" cap="none">
              <a:solidFill>
                <a:schemeClr val="dk1"/>
              </a:solidFill>
              <a:latin typeface="Arial"/>
              <a:ea typeface="Arial"/>
              <a:cs typeface="Arial"/>
              <a:sym typeface="Arial"/>
            </a:endParaRPr>
          </a:p>
        </p:txBody>
      </p:sp>
      <p:sp>
        <p:nvSpPr>
          <p:cNvPr id="83" name="Google Shape;83;p6"/>
          <p:cNvSpPr/>
          <p:nvPr/>
        </p:nvSpPr>
        <p:spPr>
          <a:xfrm>
            <a:off x="8379905" y="2164685"/>
            <a:ext cx="3050285"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An integrated approach facilitates the coordination of remediation efforts, allowing security teams to respond to threats quickly and consistently across the entire network infrastructure.</a:t>
            </a:r>
            <a:endParaRPr sz="1800" b="0" i="0" u="none" strike="noStrike" cap="none">
              <a:solidFill>
                <a:schemeClr val="dk1"/>
              </a:solidFill>
              <a:latin typeface="Arial"/>
              <a:ea typeface="Arial"/>
              <a:cs typeface="Arial"/>
              <a:sym typeface="Arial"/>
            </a:endParaRPr>
          </a:p>
        </p:txBody>
      </p:sp>
      <p:sp>
        <p:nvSpPr>
          <p:cNvPr id="84" name="Google Shape;84;p6"/>
          <p:cNvSpPr/>
          <p:nvPr/>
        </p:nvSpPr>
        <p:spPr>
          <a:xfrm>
            <a:off x="476131" y="3889990"/>
            <a:ext cx="5523119" cy="2109260"/>
          </a:xfrm>
          <a:prstGeom prst="rect">
            <a:avLst/>
          </a:prstGeom>
          <a:solidFill>
            <a:srgbClr val="FD8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6"/>
          <p:cNvSpPr/>
          <p:nvPr/>
        </p:nvSpPr>
        <p:spPr>
          <a:xfrm>
            <a:off x="761810" y="4130585"/>
            <a:ext cx="5551687"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Reduced Operational Overhead</a:t>
            </a:r>
            <a:endParaRPr sz="1800" b="0" i="0" u="none" strike="noStrike" cap="none">
              <a:solidFill>
                <a:schemeClr val="dk1"/>
              </a:solidFill>
              <a:latin typeface="Arial"/>
              <a:ea typeface="Arial"/>
              <a:cs typeface="Arial"/>
              <a:sym typeface="Arial"/>
            </a:endParaRPr>
          </a:p>
        </p:txBody>
      </p:sp>
      <p:sp>
        <p:nvSpPr>
          <p:cNvPr id="86" name="Google Shape;86;p6"/>
          <p:cNvSpPr/>
          <p:nvPr/>
        </p:nvSpPr>
        <p:spPr>
          <a:xfrm>
            <a:off x="761810" y="4464397"/>
            <a:ext cx="4135043" cy="641661"/>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Consolidating security tools and data eliminates the need for manual correlation and analysis across disparate systems, reducing the time and resources required for security operations.</a:t>
            </a:r>
            <a:endParaRPr sz="1800" b="0" i="0" u="none" strike="noStrike" cap="none">
              <a:solidFill>
                <a:schemeClr val="dk1"/>
              </a:solidFill>
              <a:latin typeface="Arial"/>
              <a:ea typeface="Arial"/>
              <a:cs typeface="Arial"/>
              <a:sym typeface="Arial"/>
            </a:endParaRPr>
          </a:p>
        </p:txBody>
      </p:sp>
      <p:sp>
        <p:nvSpPr>
          <p:cNvPr id="87" name="Google Shape;87;p6"/>
          <p:cNvSpPr/>
          <p:nvPr/>
        </p:nvSpPr>
        <p:spPr>
          <a:xfrm>
            <a:off x="6189702" y="3889990"/>
            <a:ext cx="5523119" cy="2109260"/>
          </a:xfrm>
          <a:prstGeom prst="rect">
            <a:avLst/>
          </a:prstGeom>
          <a:solidFill>
            <a:srgbClr val="FF8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6"/>
          <p:cNvSpPr/>
          <p:nvPr/>
        </p:nvSpPr>
        <p:spPr>
          <a:xfrm>
            <a:off x="6475381" y="4130585"/>
            <a:ext cx="5551687"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Enhanced Visibility and Reporting</a:t>
            </a:r>
            <a:endParaRPr sz="1800" b="0" i="0" u="none" strike="noStrike" cap="none">
              <a:solidFill>
                <a:schemeClr val="dk1"/>
              </a:solidFill>
              <a:latin typeface="Arial"/>
              <a:ea typeface="Arial"/>
              <a:cs typeface="Arial"/>
              <a:sym typeface="Arial"/>
            </a:endParaRPr>
          </a:p>
        </p:txBody>
      </p:sp>
      <p:sp>
        <p:nvSpPr>
          <p:cNvPr id="89" name="Google Shape;89;p6"/>
          <p:cNvSpPr/>
          <p:nvPr/>
        </p:nvSpPr>
        <p:spPr>
          <a:xfrm>
            <a:off x="6475382" y="4464397"/>
            <a:ext cx="4689924" cy="641661"/>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Integrated security solutions provide a holistic view of the organization's security posture, enabling more comprehensive and meaningful reporting to stakeholders and decision-makers.</a:t>
            </a:r>
            <a:endParaRPr sz="1800" b="0" i="0" u="none" strike="noStrike" cap="none">
              <a:solidFill>
                <a:schemeClr val="dk1"/>
              </a:solidFill>
              <a:latin typeface="Arial"/>
              <a:ea typeface="Arial"/>
              <a:cs typeface="Arial"/>
              <a:sym typeface="Arial"/>
            </a:endParaRPr>
          </a:p>
        </p:txBody>
      </p:sp>
      <p:sp>
        <p:nvSpPr>
          <p:cNvPr id="90" name="Google Shape;90;p6"/>
          <p:cNvSpPr/>
          <p:nvPr/>
        </p:nvSpPr>
        <p:spPr>
          <a:xfrm>
            <a:off x="11855660" y="6496137"/>
            <a:ext cx="142839" cy="2368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txBox="1">
            <a:spLocks noGrp="1"/>
          </p:cNvSpPr>
          <p:nvPr>
            <p:ph type="sldNum" idx="12"/>
          </p:nvPr>
        </p:nvSpPr>
        <p:spPr>
          <a:xfrm>
            <a:off x="11826240" y="6515100"/>
            <a:ext cx="800000" cy="3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100" b="0" i="0" u="none" strike="noStrike" cap="none">
                <a:solidFill>
                  <a:schemeClr val="dk1"/>
                </a:solidFill>
                <a:latin typeface="Arial"/>
                <a:ea typeface="Arial"/>
                <a:cs typeface="Arial"/>
                <a:sym typeface="Arial"/>
              </a:rPr>
              <a:t>7</a:t>
            </a:fld>
            <a:endParaRPr sz="1100" b="0" i="0" u="none" strike="noStrike" cap="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96"/>
        <p:cNvGrpSpPr/>
        <p:nvPr/>
      </p:nvGrpSpPr>
      <p:grpSpPr>
        <a:xfrm>
          <a:off x="0" y="0"/>
          <a:ext cx="0" cy="0"/>
          <a:chOff x="0" y="0"/>
          <a:chExt cx="0" cy="0"/>
        </a:xfrm>
      </p:grpSpPr>
      <p:sp>
        <p:nvSpPr>
          <p:cNvPr id="97" name="Google Shape;97;p7"/>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2800" b="1" i="0" u="none" strike="noStrike" cap="none">
                <a:solidFill>
                  <a:srgbClr val="FFFFFF"/>
                </a:solidFill>
                <a:latin typeface="Inter"/>
                <a:ea typeface="Inter"/>
                <a:cs typeface="Inter"/>
                <a:sym typeface="Inter"/>
              </a:rPr>
              <a:t>Key Components of </a:t>
            </a:r>
            <a:r>
              <a:rPr lang="en-US" sz="2800" b="1">
                <a:solidFill>
                  <a:srgbClr val="FFFFFF"/>
                </a:solidFill>
                <a:latin typeface="Inter"/>
                <a:ea typeface="Inter"/>
                <a:cs typeface="Inter"/>
                <a:sym typeface="Inter"/>
              </a:rPr>
              <a:t>Athena’s Fully-</a:t>
            </a:r>
            <a:r>
              <a:rPr lang="en-US" sz="2800" b="1" i="0" u="none" strike="noStrike" cap="none">
                <a:solidFill>
                  <a:srgbClr val="FFFFFF"/>
                </a:solidFill>
                <a:latin typeface="Inter"/>
                <a:ea typeface="Inter"/>
                <a:cs typeface="Inter"/>
                <a:sym typeface="Inter"/>
              </a:rPr>
              <a:t>Integrated Cyber Defense Solution</a:t>
            </a:r>
            <a:endParaRPr sz="1200" b="0" i="0" u="none" strike="noStrike" cap="none">
              <a:solidFill>
                <a:schemeClr val="dk1"/>
              </a:solidFill>
              <a:latin typeface="Arial"/>
              <a:ea typeface="Arial"/>
              <a:cs typeface="Arial"/>
              <a:sym typeface="Arial"/>
            </a:endParaRPr>
          </a:p>
        </p:txBody>
      </p:sp>
      <p:sp>
        <p:nvSpPr>
          <p:cNvPr id="98" name="Google Shape;98;p7"/>
          <p:cNvSpPr/>
          <p:nvPr/>
        </p:nvSpPr>
        <p:spPr>
          <a:xfrm>
            <a:off x="670894" y="1604561"/>
            <a:ext cx="4780784" cy="4215321"/>
          </a:xfrm>
          <a:prstGeom prst="rect">
            <a:avLst/>
          </a:prstGeom>
          <a:noFill/>
          <a:ln>
            <a:noFill/>
          </a:ln>
        </p:spPr>
        <p:txBody>
          <a:bodyPr spcFirstLastPara="1" wrap="square" lIns="0" tIns="0" rIns="0" bIns="0" anchor="t" anchorCtr="0">
            <a:noAutofit/>
          </a:bodyPr>
          <a:lstStyle/>
          <a:p>
            <a:pPr marR="0" lvl="0" algn="l" rtl="0">
              <a:lnSpc>
                <a:spcPct val="116395"/>
              </a:lnSpc>
              <a:spcBef>
                <a:spcPts val="0"/>
              </a:spcBef>
              <a:spcAft>
                <a:spcPts val="0"/>
              </a:spcAft>
              <a:buClr>
                <a:srgbClr val="FFFFFF"/>
              </a:buClr>
              <a:buSzPts val="2025"/>
            </a:pPr>
            <a:r>
              <a:rPr lang="en-US" b="1" i="0" u="none" strike="noStrike" cap="none">
                <a:solidFill>
                  <a:srgbClr val="FFFFFF"/>
                </a:solidFill>
                <a:latin typeface="Inter"/>
                <a:ea typeface="Inter"/>
                <a:cs typeface="Inter"/>
                <a:sym typeface="Inter"/>
              </a:rPr>
              <a:t>Web Application Firewall (WAF)</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Protects web applications from common web-based attacks by inspecting and filtering incoming traffic, enforcing security policies, and detecting and mitigating threats such as SQL injection, cross-site scripting, and application-level DDoS attacks.</a:t>
            </a:r>
            <a:endParaRPr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Firewall</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Provides a perimeter defense by controlling and monitoring the incoming and outgoing network traffic based on predetermined security rules, protecting the network from unauthorized access and preventing the spread of malware and other threats.</a:t>
            </a:r>
            <a:endParaRPr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Network Intrusion Detection System (NIDS)</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Monitors network traffic for signs of malicious activity, such as unauthorized access attempts, network-based attacks, and suspicious data patterns, and alerts security teams to potential threats in real-time.</a:t>
            </a:r>
            <a:endParaRPr sz="1400" b="0" i="0" u="none" strike="noStrike" cap="none">
              <a:solidFill>
                <a:schemeClr val="dk1"/>
              </a:solidFill>
              <a:latin typeface="Arial"/>
              <a:ea typeface="Arial"/>
              <a:cs typeface="Arial"/>
              <a:sym typeface="Arial"/>
            </a:endParaRPr>
          </a:p>
        </p:txBody>
      </p:sp>
      <p:sp>
        <p:nvSpPr>
          <p:cNvPr id="99" name="Google Shape;99;p7"/>
          <p:cNvSpPr/>
          <p:nvPr/>
        </p:nvSpPr>
        <p:spPr>
          <a:xfrm>
            <a:off x="6304010" y="1915499"/>
            <a:ext cx="4888709" cy="3027002"/>
          </a:xfrm>
          <a:prstGeom prst="rect">
            <a:avLst/>
          </a:prstGeom>
          <a:noFill/>
          <a:ln>
            <a:noFill/>
          </a:ln>
        </p:spPr>
        <p:txBody>
          <a:bodyPr spcFirstLastPara="1" wrap="square" lIns="0" tIns="0" rIns="0" bIns="0" anchor="t" anchorCtr="0">
            <a:noAutofit/>
          </a:bodyPr>
          <a:lstStyle/>
          <a:p>
            <a:pPr marR="0" lvl="0" algn="l" rtl="0">
              <a:lnSpc>
                <a:spcPct val="116395"/>
              </a:lnSpc>
              <a:spcBef>
                <a:spcPts val="0"/>
              </a:spcBef>
              <a:spcAft>
                <a:spcPts val="0"/>
              </a:spcAft>
              <a:buClr>
                <a:srgbClr val="FFFFFF"/>
              </a:buClr>
              <a:buSzPts val="2025"/>
            </a:pPr>
            <a:r>
              <a:rPr lang="en-US" b="1" i="0" u="none" strike="noStrike" cap="none">
                <a:solidFill>
                  <a:srgbClr val="FFFFFF"/>
                </a:solidFill>
                <a:latin typeface="Inter"/>
                <a:ea typeface="Inter"/>
                <a:cs typeface="Inter"/>
                <a:sym typeface="Inter"/>
              </a:rPr>
              <a:t>Endpoint Detection and Response (EDR)</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Continuously monitors and analyzes activity on individual endpoints (e.g., laptops, desktops, servers) to detect, investigate, and respond to advanced threats, including malware, zero-day attacks, and suspicious user behavior.</a:t>
            </a:r>
            <a:endParaRPr lang="en-US"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Security Information and Event Management (SIEM)</a:t>
            </a:r>
            <a:endParaRPr lang="en-US"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Collects, analyzes, and correlates security-related data from various sources across the network, providing a centralized view of the organization's security posture and enabling faster detection, investigation, and response to security incidents.</a:t>
            </a:r>
            <a:endParaRPr sz="1400" b="0" i="0" u="none" strike="noStrike" cap="none">
              <a:solidFill>
                <a:schemeClr val="dk1"/>
              </a:solidFill>
              <a:latin typeface="Arial"/>
              <a:ea typeface="Arial"/>
              <a:cs typeface="Arial"/>
              <a:sym typeface="Arial"/>
            </a:endParaRPr>
          </a:p>
        </p:txBody>
      </p:sp>
      <p:sp>
        <p:nvSpPr>
          <p:cNvPr id="100" name="Google Shape;100;p7"/>
          <p:cNvSpPr/>
          <p:nvPr/>
        </p:nvSpPr>
        <p:spPr>
          <a:xfrm>
            <a:off x="11865183" y="6496137"/>
            <a:ext cx="133317" cy="2368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7"/>
          <p:cNvSpPr txBox="1">
            <a:spLocks noGrp="1"/>
          </p:cNvSpPr>
          <p:nvPr>
            <p:ph type="sldNum" idx="12"/>
          </p:nvPr>
        </p:nvSpPr>
        <p:spPr>
          <a:xfrm>
            <a:off x="11826240" y="6515100"/>
            <a:ext cx="800000" cy="3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100" b="0" i="0" u="none" strike="noStrike" cap="none">
                <a:solidFill>
                  <a:schemeClr val="dk1"/>
                </a:solidFill>
                <a:latin typeface="Arial"/>
                <a:ea typeface="Arial"/>
                <a:cs typeface="Arial"/>
                <a:sym typeface="Arial"/>
              </a:rPr>
              <a:t>8</a:t>
            </a:fld>
            <a:endParaRPr sz="1100" b="0"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65"/>
        <p:cNvGrpSpPr/>
        <p:nvPr/>
      </p:nvGrpSpPr>
      <p:grpSpPr>
        <a:xfrm>
          <a:off x="0" y="0"/>
          <a:ext cx="0" cy="0"/>
          <a:chOff x="0" y="0"/>
          <a:chExt cx="0" cy="0"/>
        </a:xfrm>
      </p:grpSpPr>
      <p:sp>
        <p:nvSpPr>
          <p:cNvPr id="167" name="Google Shape;167;p12"/>
          <p:cNvSpPr/>
          <p:nvPr/>
        </p:nvSpPr>
        <p:spPr>
          <a:xfrm>
            <a:off x="512043" y="444569"/>
            <a:ext cx="3672845" cy="2216985"/>
          </a:xfrm>
          <a:prstGeom prst="rect">
            <a:avLst/>
          </a:prstGeom>
          <a:noFill/>
          <a:ln>
            <a:noFill/>
          </a:ln>
        </p:spPr>
        <p:txBody>
          <a:bodyPr spcFirstLastPara="1" wrap="square" lIns="0" tIns="0" rIns="0" bIns="0" anchor="ctr"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3200" b="1" i="0" u="none" strike="noStrike" cap="none">
                <a:solidFill>
                  <a:srgbClr val="FFFFFF"/>
                </a:solidFill>
                <a:latin typeface="Inter"/>
                <a:ea typeface="Inter"/>
                <a:cs typeface="Inter"/>
                <a:sym typeface="Inter"/>
              </a:rPr>
              <a:t>Maximizing Cybersecurity with an Integrated Defense Strategy</a:t>
            </a:r>
            <a:endParaRPr b="0" i="0" u="none" strike="noStrike" cap="none">
              <a:solidFill>
                <a:schemeClr val="dk1"/>
              </a:solidFill>
              <a:latin typeface="Arial"/>
              <a:ea typeface="Arial"/>
              <a:cs typeface="Arial"/>
              <a:sym typeface="Arial"/>
            </a:endParaRPr>
          </a:p>
        </p:txBody>
      </p:sp>
      <p:sp>
        <p:nvSpPr>
          <p:cNvPr id="168" name="Google Shape;168;p12"/>
          <p:cNvSpPr/>
          <p:nvPr/>
        </p:nvSpPr>
        <p:spPr>
          <a:xfrm>
            <a:off x="223783" y="3311193"/>
            <a:ext cx="4249364" cy="2527065"/>
          </a:xfrm>
          <a:prstGeom prst="rect">
            <a:avLst/>
          </a:prstGeom>
          <a:noFill/>
          <a:ln>
            <a:noFill/>
          </a:ln>
        </p:spPr>
        <p:txBody>
          <a:bodyPr spcFirstLastPara="1" wrap="square" lIns="0" tIns="0" rIns="0" bIns="0" anchor="ctr" anchorCtr="0">
            <a:noAutofit/>
          </a:bodyPr>
          <a:lstStyle/>
          <a:p>
            <a:pPr marL="0" marR="0" lvl="0" indent="0" algn="ctr" rtl="0">
              <a:lnSpc>
                <a:spcPct val="138277"/>
              </a:lnSpc>
              <a:spcBef>
                <a:spcPts val="0"/>
              </a:spcBef>
              <a:spcAft>
                <a:spcPts val="0"/>
              </a:spcAft>
              <a:buClr>
                <a:srgbClr val="FFFFFF"/>
              </a:buClr>
              <a:buSzPts val="1800"/>
              <a:buFont typeface="Inter"/>
              <a:buNone/>
            </a:pPr>
            <a:r>
              <a:rPr lang="en-US" sz="1600" b="0" i="0" u="none" strike="noStrike" cap="none">
                <a:solidFill>
                  <a:srgbClr val="FFFFFF"/>
                </a:solidFill>
                <a:latin typeface="Inter"/>
                <a:ea typeface="Inter"/>
                <a:cs typeface="Inter"/>
                <a:sym typeface="Inter"/>
              </a:rPr>
              <a:t>By adopting an integrated cyber defense strategy that consolidates security tools and data across the network, organizations can significantly improve their ability to detect, analyze, and respond to threats in a timely and effective manner. This approach not only enhances overall cybersecurity posture but also empowers security teams to make more informed decisions and optimize their resources.</a:t>
            </a:r>
            <a:endParaRPr sz="1600" b="0" i="0" u="none" strike="noStrike" cap="none">
              <a:solidFill>
                <a:schemeClr val="dk1"/>
              </a:solidFill>
              <a:latin typeface="Arial"/>
              <a:ea typeface="Arial"/>
              <a:cs typeface="Arial"/>
              <a:sym typeface="Arial"/>
            </a:endParaRPr>
          </a:p>
        </p:txBody>
      </p:sp>
      <p:pic>
        <p:nvPicPr>
          <p:cNvPr id="1026" name="Picture 2" descr="Sources of cybersecurity threats">
            <a:extLst>
              <a:ext uri="{FF2B5EF4-FFF2-40B4-BE49-F238E27FC236}">
                <a16:creationId xmlns:a16="http://schemas.microsoft.com/office/drawing/2014/main" id="{27F596A9-20F8-00BF-F1DE-D334BA1C81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4997" y="926712"/>
            <a:ext cx="6457294" cy="50045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2EDB4-4290-CC66-3562-7B5738A0221F}"/>
              </a:ext>
            </a:extLst>
          </p:cNvPr>
          <p:cNvSpPr>
            <a:spLocks noGrp="1"/>
          </p:cNvSpPr>
          <p:nvPr>
            <p:ph type="title" idx="4294967295"/>
          </p:nvPr>
        </p:nvSpPr>
        <p:spPr>
          <a:xfrm>
            <a:off x="509287" y="219941"/>
            <a:ext cx="7499772" cy="783552"/>
          </a:xfrm>
        </p:spPr>
        <p:txBody>
          <a:bodyPr>
            <a:normAutofit fontScale="90000"/>
          </a:bodyPr>
          <a:lstStyle/>
          <a:p>
            <a:r>
              <a:rPr lang="en-US">
                <a:solidFill>
                  <a:schemeClr val="tx1"/>
                </a:solidFill>
              </a:rPr>
              <a:t>Athena</a:t>
            </a:r>
            <a:br>
              <a:rPr lang="en-US" sz="2700">
                <a:solidFill>
                  <a:schemeClr val="tx1"/>
                </a:solidFill>
              </a:rPr>
            </a:br>
            <a:r>
              <a:rPr lang="en-US" sz="2700">
                <a:solidFill>
                  <a:schemeClr val="tx1"/>
                </a:solidFill>
              </a:rPr>
              <a:t>the Product Suite</a:t>
            </a:r>
            <a:endParaRPr lang="en-US">
              <a:solidFill>
                <a:schemeClr val="tx1"/>
              </a:solidFill>
            </a:endParaRPr>
          </a:p>
        </p:txBody>
      </p:sp>
      <p:sp>
        <p:nvSpPr>
          <p:cNvPr id="4" name="Text Placeholder 3">
            <a:extLst>
              <a:ext uri="{FF2B5EF4-FFF2-40B4-BE49-F238E27FC236}">
                <a16:creationId xmlns:a16="http://schemas.microsoft.com/office/drawing/2014/main" id="{2E320A14-62BE-F597-E103-C3D821B1F879}"/>
              </a:ext>
            </a:extLst>
          </p:cNvPr>
          <p:cNvSpPr>
            <a:spLocks noGrp="1"/>
          </p:cNvSpPr>
          <p:nvPr>
            <p:ph idx="4294967295"/>
          </p:nvPr>
        </p:nvSpPr>
        <p:spPr>
          <a:xfrm>
            <a:off x="596900" y="1374654"/>
            <a:ext cx="5499100" cy="4851400"/>
          </a:xfrm>
        </p:spPr>
        <p:txBody>
          <a:bodyPr>
            <a:normAutofit lnSpcReduction="10000"/>
          </a:bodyPr>
          <a:lstStyle/>
          <a:p>
            <a:pPr marL="0" indent="0">
              <a:lnSpc>
                <a:spcPct val="90000"/>
              </a:lnSpc>
              <a:buNone/>
            </a:pPr>
            <a:r>
              <a:rPr lang="en-US" sz="1600" b="0" u="none" strike="noStrike">
                <a:solidFill>
                  <a:schemeClr val="tx1"/>
                </a:solidFill>
                <a:effectLst/>
                <a:latin typeface="Optima" panose="02000503060000020004" pitchFamily="2" charset="0"/>
              </a:rPr>
              <a:t>Athena Software </a:t>
            </a:r>
            <a:r>
              <a:rPr lang="en-US" sz="1600">
                <a:solidFill>
                  <a:schemeClr val="tx1"/>
                </a:solidFill>
                <a:latin typeface="Optima" panose="02000503060000020004" pitchFamily="2" charset="0"/>
              </a:rPr>
              <a:t>Group was founded with the vision that it should not be complicated to setup and maintain a best in class Cyber security posture for an enterprise application. </a:t>
            </a:r>
            <a:r>
              <a:rPr lang="en-US" sz="1600" b="0" u="none" strike="noStrike">
                <a:solidFill>
                  <a:schemeClr val="tx1"/>
                </a:solidFill>
                <a:effectLst/>
                <a:latin typeface="Optima" panose="02000503060000020004" pitchFamily="2" charset="0"/>
              </a:rPr>
              <a:t>The idea originates from the experience of one of the founders in building and supporting large scale, secure SaaS application infrastructures that house protected data for over two decades. </a:t>
            </a:r>
          </a:p>
          <a:p>
            <a:pPr marL="0" indent="0">
              <a:lnSpc>
                <a:spcPct val="90000"/>
              </a:lnSpc>
              <a:buNone/>
            </a:pPr>
            <a:r>
              <a:rPr lang="en-US" sz="1600" b="0" u="none" strike="noStrike">
                <a:solidFill>
                  <a:schemeClr val="tx1"/>
                </a:solidFill>
                <a:effectLst/>
                <a:latin typeface="Optima" panose="02000503060000020004" pitchFamily="2" charset="0"/>
              </a:rPr>
              <a:t>Most security software </a:t>
            </a:r>
            <a:r>
              <a:rPr lang="en-US" sz="1600">
                <a:solidFill>
                  <a:schemeClr val="tx1"/>
                </a:solidFill>
                <a:latin typeface="Optima" panose="02000503060000020004" pitchFamily="2" charset="0"/>
              </a:rPr>
              <a:t>solutions</a:t>
            </a:r>
            <a:r>
              <a:rPr lang="en-US" sz="1600" b="0" u="none" strike="noStrike">
                <a:solidFill>
                  <a:schemeClr val="tx1"/>
                </a:solidFill>
                <a:effectLst/>
                <a:latin typeface="Optima" panose="02000503060000020004" pitchFamily="2" charset="0"/>
              </a:rPr>
              <a:t> are targeted at the entire corporate network infrastructure and as such CISO’s and Security Operations professionals who are responsible for maintaining the security posture of ASPs are left with the task of cobbling together a variety of tools across the observability, telemetry, IDS, SIEM, WAF and performance monitoring landscape to </a:t>
            </a:r>
            <a:r>
              <a:rPr lang="en-US" sz="1600">
                <a:solidFill>
                  <a:schemeClr val="tx1"/>
                </a:solidFill>
                <a:latin typeface="Optima" panose="02000503060000020004" pitchFamily="2" charset="0"/>
              </a:rPr>
              <a:t>gain full visibility into their environment and detect and prevent threats. </a:t>
            </a:r>
          </a:p>
          <a:p>
            <a:pPr marL="0" indent="0">
              <a:lnSpc>
                <a:spcPct val="90000"/>
              </a:lnSpc>
              <a:buNone/>
            </a:pPr>
            <a:r>
              <a:rPr lang="en-US" sz="1600">
                <a:solidFill>
                  <a:schemeClr val="tx1"/>
                </a:solidFill>
                <a:latin typeface="Optima" panose="02000503060000020004" pitchFamily="2" charset="0"/>
              </a:rPr>
              <a:t>This problem is further exacerbated with the deluge of information in the form of reports, email alerts and SIEM data that comes from these disparate providers, creating a complex and noisy monitoring and alerting environment where the discernment of critical information itself becomes a challenge, affecting incident response times which is the most critical metric in determining the extent and scope, and ultimately cost, of a data breach.</a:t>
            </a:r>
          </a:p>
        </p:txBody>
      </p:sp>
      <p:graphicFrame>
        <p:nvGraphicFramePr>
          <p:cNvPr id="9" name="Diagram 8">
            <a:extLst>
              <a:ext uri="{FF2B5EF4-FFF2-40B4-BE49-F238E27FC236}">
                <a16:creationId xmlns:a16="http://schemas.microsoft.com/office/drawing/2014/main" id="{10CF6DF1-2D8B-A622-D3FB-4E2ABA2CBD11}"/>
              </a:ext>
            </a:extLst>
          </p:cNvPr>
          <p:cNvGraphicFramePr/>
          <p:nvPr>
            <p:extLst>
              <p:ext uri="{D42A27DB-BD31-4B8C-83A1-F6EECF244321}">
                <p14:modId xmlns:p14="http://schemas.microsoft.com/office/powerpoint/2010/main" val="625561489"/>
              </p:ext>
            </p:extLst>
          </p:nvPr>
        </p:nvGraphicFramePr>
        <p:xfrm>
          <a:off x="4750219"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5337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334C-CDDD-E6A7-E166-3719B482A9A1}"/>
              </a:ext>
            </a:extLst>
          </p:cNvPr>
          <p:cNvSpPr>
            <a:spLocks noGrp="1"/>
          </p:cNvSpPr>
          <p:nvPr>
            <p:ph type="title"/>
          </p:nvPr>
        </p:nvSpPr>
        <p:spPr>
          <a:xfrm>
            <a:off x="772181" y="120316"/>
            <a:ext cx="8761413" cy="1115148"/>
          </a:xfrm>
        </p:spPr>
        <p:txBody>
          <a:bodyPr/>
          <a:lstStyle/>
          <a:p>
            <a:r>
              <a:rPr lang="en-US" sz="2800" i="1"/>
              <a:t>Glaukopis (</a:t>
            </a:r>
            <a:r>
              <a:rPr lang="el-GR" sz="2800" i="1"/>
              <a:t>γλαυκῶπις</a:t>
            </a:r>
            <a:r>
              <a:rPr lang="en-US" sz="2800" i="1"/>
              <a:t>)</a:t>
            </a:r>
            <a:br>
              <a:rPr lang="en-US" sz="2800"/>
            </a:br>
            <a:r>
              <a:rPr lang="en-US" sz="2000" i="1"/>
              <a:t>the “grey eyed one”</a:t>
            </a:r>
            <a:endParaRPr lang="en-US" sz="2800" i="1"/>
          </a:p>
        </p:txBody>
      </p:sp>
      <p:pic>
        <p:nvPicPr>
          <p:cNvPr id="5" name="Picture 4">
            <a:extLst>
              <a:ext uri="{FF2B5EF4-FFF2-40B4-BE49-F238E27FC236}">
                <a16:creationId xmlns:a16="http://schemas.microsoft.com/office/drawing/2014/main" id="{A8A1A29D-4D1D-485F-7E7A-6DA6F40E0B31}"/>
              </a:ext>
            </a:extLst>
          </p:cNvPr>
          <p:cNvPicPr>
            <a:picLocks noChangeAspect="1"/>
          </p:cNvPicPr>
          <p:nvPr/>
        </p:nvPicPr>
        <p:blipFill>
          <a:blip r:embed="rId2"/>
          <a:stretch>
            <a:fillRect/>
          </a:stretch>
        </p:blipFill>
        <p:spPr>
          <a:xfrm>
            <a:off x="5152887" y="1481477"/>
            <a:ext cx="6468978" cy="4777742"/>
          </a:xfrm>
          <a:prstGeom prst="rect">
            <a:avLst/>
          </a:prstGeom>
        </p:spPr>
      </p:pic>
      <p:pic>
        <p:nvPicPr>
          <p:cNvPr id="1026" name="Picture 2" descr="In Homer's 'Odyssey,' what is the meaning behind Athena being referred to  as “gray-eyed” and “owl-eyed” at different points? - Quora">
            <a:extLst>
              <a:ext uri="{FF2B5EF4-FFF2-40B4-BE49-F238E27FC236}">
                <a16:creationId xmlns:a16="http://schemas.microsoft.com/office/drawing/2014/main" id="{2E3F3C76-2F4A-85D1-1ABE-EA3BC81A0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181" y="1481477"/>
            <a:ext cx="3721735" cy="4531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860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B7263C4F-549A-4B23-BAE3-3CBB9E35A865}"/>
              </a:ext>
            </a:extLst>
          </p:cNvPr>
          <p:cNvGrpSpPr/>
          <p:nvPr/>
        </p:nvGrpSpPr>
        <p:grpSpPr>
          <a:xfrm>
            <a:off x="10050396" y="4689131"/>
            <a:ext cx="1468709" cy="1469159"/>
            <a:chOff x="849303" y="4139414"/>
            <a:chExt cx="1652525" cy="1653031"/>
          </a:xfrm>
        </p:grpSpPr>
        <p:sp>
          <p:nvSpPr>
            <p:cNvPr id="18" name="Oval 17">
              <a:extLst>
                <a:ext uri="{FF2B5EF4-FFF2-40B4-BE49-F238E27FC236}">
                  <a16:creationId xmlns:a16="http://schemas.microsoft.com/office/drawing/2014/main" id="{72F76701-A024-4DC7-B4F9-8ABFEE345786}"/>
                </a:ext>
              </a:extLst>
            </p:cNvPr>
            <p:cNvSpPr/>
            <p:nvPr userDrawn="1"/>
          </p:nvSpPr>
          <p:spPr>
            <a:xfrm rot="16200000">
              <a:off x="849303"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B5EED6AE-4C25-4234-8B1B-DCA2C5DE3EEB}"/>
                </a:ext>
              </a:extLst>
            </p:cNvPr>
            <p:cNvSpPr/>
            <p:nvPr userDrawn="1"/>
          </p:nvSpPr>
          <p:spPr>
            <a:xfrm rot="16200000">
              <a:off x="1168411"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F3646A61-29D9-441A-874B-DF4018BBE417}"/>
                </a:ext>
              </a:extLst>
            </p:cNvPr>
            <p:cNvSpPr/>
            <p:nvPr/>
          </p:nvSpPr>
          <p:spPr>
            <a:xfrm rot="16200000">
              <a:off x="1487519"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F6F74EBE-C76D-4D52-9704-421DC5A253F3}"/>
                </a:ext>
              </a:extLst>
            </p:cNvPr>
            <p:cNvSpPr/>
            <p:nvPr/>
          </p:nvSpPr>
          <p:spPr>
            <a:xfrm rot="16200000">
              <a:off x="1806627"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34F811AB-FF79-46C9-A65E-F2FD7783CD98}"/>
                </a:ext>
              </a:extLst>
            </p:cNvPr>
            <p:cNvSpPr/>
            <p:nvPr/>
          </p:nvSpPr>
          <p:spPr>
            <a:xfrm rot="16200000">
              <a:off x="2125735"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4BB1DAA9-8A6B-49E3-AF81-3983AAFF78FB}"/>
                </a:ext>
              </a:extLst>
            </p:cNvPr>
            <p:cNvSpPr/>
            <p:nvPr/>
          </p:nvSpPr>
          <p:spPr>
            <a:xfrm rot="16200000">
              <a:off x="2444841"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B1752059-6226-4F85-83FE-5668301161F5}"/>
                </a:ext>
              </a:extLst>
            </p:cNvPr>
            <p:cNvSpPr/>
            <p:nvPr userDrawn="1"/>
          </p:nvSpPr>
          <p:spPr>
            <a:xfrm rot="16200000">
              <a:off x="849303"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931F4ED5-F68C-4E02-A69A-43756B57E815}"/>
                </a:ext>
              </a:extLst>
            </p:cNvPr>
            <p:cNvSpPr/>
            <p:nvPr userDrawn="1"/>
          </p:nvSpPr>
          <p:spPr>
            <a:xfrm rot="16200000">
              <a:off x="1168411"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7AD78745-E5F0-43F0-85E5-E69F4B12533B}"/>
                </a:ext>
              </a:extLst>
            </p:cNvPr>
            <p:cNvSpPr/>
            <p:nvPr/>
          </p:nvSpPr>
          <p:spPr>
            <a:xfrm rot="16200000">
              <a:off x="1487519"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607415-33C2-4BEB-BD77-09445D813969}"/>
                </a:ext>
              </a:extLst>
            </p:cNvPr>
            <p:cNvSpPr/>
            <p:nvPr/>
          </p:nvSpPr>
          <p:spPr>
            <a:xfrm rot="16200000">
              <a:off x="1806627"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A2E67B0D-7927-45E6-948E-F6338DA442D1}"/>
                </a:ext>
              </a:extLst>
            </p:cNvPr>
            <p:cNvSpPr/>
            <p:nvPr/>
          </p:nvSpPr>
          <p:spPr>
            <a:xfrm rot="16200000">
              <a:off x="2125735"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6FDC5B5C-F704-435F-BA5D-36D828C81C84}"/>
                </a:ext>
              </a:extLst>
            </p:cNvPr>
            <p:cNvSpPr/>
            <p:nvPr/>
          </p:nvSpPr>
          <p:spPr>
            <a:xfrm rot="16200000">
              <a:off x="2444841"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4C7F7589-B8DA-467C-A7D1-DCA79D21FBC0}"/>
                </a:ext>
              </a:extLst>
            </p:cNvPr>
            <p:cNvSpPr/>
            <p:nvPr userDrawn="1"/>
          </p:nvSpPr>
          <p:spPr>
            <a:xfrm rot="16200000">
              <a:off x="849303"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8B95AC5C-9DAD-4C8B-8BE3-B5BC34D4300B}"/>
                </a:ext>
              </a:extLst>
            </p:cNvPr>
            <p:cNvSpPr/>
            <p:nvPr userDrawn="1"/>
          </p:nvSpPr>
          <p:spPr>
            <a:xfrm rot="16200000">
              <a:off x="1168411"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64ADFA75-29D3-43AB-A905-8DCD6D41EC0F}"/>
                </a:ext>
              </a:extLst>
            </p:cNvPr>
            <p:cNvSpPr/>
            <p:nvPr/>
          </p:nvSpPr>
          <p:spPr>
            <a:xfrm rot="16200000">
              <a:off x="1487519"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1F68D85-F2CC-40D4-BEA3-9BEAB3665F64}"/>
                </a:ext>
              </a:extLst>
            </p:cNvPr>
            <p:cNvSpPr/>
            <p:nvPr/>
          </p:nvSpPr>
          <p:spPr>
            <a:xfrm rot="16200000">
              <a:off x="1806627"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A2BF9B94-C449-4EE0-B4C8-E576D03A62B6}"/>
                </a:ext>
              </a:extLst>
            </p:cNvPr>
            <p:cNvSpPr/>
            <p:nvPr/>
          </p:nvSpPr>
          <p:spPr>
            <a:xfrm rot="16200000">
              <a:off x="2125735"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EF9FF47D-48C0-4637-959D-A20C93C35CF9}"/>
                </a:ext>
              </a:extLst>
            </p:cNvPr>
            <p:cNvSpPr/>
            <p:nvPr/>
          </p:nvSpPr>
          <p:spPr>
            <a:xfrm rot="16200000">
              <a:off x="2444841"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2AE20B62-8A41-4411-A2AD-1460607724F3}"/>
                </a:ext>
              </a:extLst>
            </p:cNvPr>
            <p:cNvSpPr/>
            <p:nvPr userDrawn="1"/>
          </p:nvSpPr>
          <p:spPr>
            <a:xfrm rot="16200000">
              <a:off x="849303"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D253D4C5-F690-4C80-A35F-10939725F59E}"/>
                </a:ext>
              </a:extLst>
            </p:cNvPr>
            <p:cNvSpPr/>
            <p:nvPr userDrawn="1"/>
          </p:nvSpPr>
          <p:spPr>
            <a:xfrm rot="16200000">
              <a:off x="1168411"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8B1BC3F4-EAEB-4236-A092-187EF0F55663}"/>
                </a:ext>
              </a:extLst>
            </p:cNvPr>
            <p:cNvSpPr/>
            <p:nvPr/>
          </p:nvSpPr>
          <p:spPr>
            <a:xfrm rot="16200000">
              <a:off x="1487519"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202FD276-6564-4962-910F-11601DBD6E26}"/>
                </a:ext>
              </a:extLst>
            </p:cNvPr>
            <p:cNvSpPr/>
            <p:nvPr/>
          </p:nvSpPr>
          <p:spPr>
            <a:xfrm rot="16200000">
              <a:off x="1806627"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B7EB5CB2-AAA5-4D68-961E-5A65CD26B490}"/>
                </a:ext>
              </a:extLst>
            </p:cNvPr>
            <p:cNvSpPr/>
            <p:nvPr/>
          </p:nvSpPr>
          <p:spPr>
            <a:xfrm rot="16200000">
              <a:off x="2125735"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19CEA186-992C-4325-B062-D73DDA6B06C7}"/>
                </a:ext>
              </a:extLst>
            </p:cNvPr>
            <p:cNvSpPr/>
            <p:nvPr/>
          </p:nvSpPr>
          <p:spPr>
            <a:xfrm rot="16200000">
              <a:off x="2444841"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45A9A22E-ECED-46DB-B7E9-5622F11D2C16}"/>
                </a:ext>
              </a:extLst>
            </p:cNvPr>
            <p:cNvSpPr/>
            <p:nvPr userDrawn="1"/>
          </p:nvSpPr>
          <p:spPr>
            <a:xfrm rot="16200000">
              <a:off x="849303"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01D88C94-1F8F-4BD7-817A-682879443F63}"/>
                </a:ext>
              </a:extLst>
            </p:cNvPr>
            <p:cNvSpPr/>
            <p:nvPr userDrawn="1"/>
          </p:nvSpPr>
          <p:spPr>
            <a:xfrm rot="16200000">
              <a:off x="1168411"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E411E711-790E-4063-8597-D0415D5FD194}"/>
                </a:ext>
              </a:extLst>
            </p:cNvPr>
            <p:cNvSpPr/>
            <p:nvPr/>
          </p:nvSpPr>
          <p:spPr>
            <a:xfrm rot="16200000">
              <a:off x="1487519"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A01BDF15-19B6-42E6-B409-D3ADA97E16BE}"/>
                </a:ext>
              </a:extLst>
            </p:cNvPr>
            <p:cNvSpPr/>
            <p:nvPr/>
          </p:nvSpPr>
          <p:spPr>
            <a:xfrm rot="16200000">
              <a:off x="1806627"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CBD55388-D535-4D91-83A6-8990AEDCA1E5}"/>
                </a:ext>
              </a:extLst>
            </p:cNvPr>
            <p:cNvSpPr/>
            <p:nvPr/>
          </p:nvSpPr>
          <p:spPr>
            <a:xfrm rot="16200000">
              <a:off x="2125735"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DAC03708-265A-4E2F-8DCA-F4212B5937B4}"/>
                </a:ext>
              </a:extLst>
            </p:cNvPr>
            <p:cNvSpPr/>
            <p:nvPr/>
          </p:nvSpPr>
          <p:spPr>
            <a:xfrm rot="16200000">
              <a:off x="2444841"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03679C12-9D05-42A0-A61B-DC953BAE279C}"/>
                </a:ext>
              </a:extLst>
            </p:cNvPr>
            <p:cNvSpPr/>
            <p:nvPr userDrawn="1"/>
          </p:nvSpPr>
          <p:spPr>
            <a:xfrm rot="16200000">
              <a:off x="849303"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BC6324AC-B76D-4E88-BD06-813E17E28843}"/>
                </a:ext>
              </a:extLst>
            </p:cNvPr>
            <p:cNvSpPr/>
            <p:nvPr userDrawn="1"/>
          </p:nvSpPr>
          <p:spPr>
            <a:xfrm rot="16200000">
              <a:off x="1168411"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CCE1F29B-5156-4A7D-9F33-7E3156F26FB2}"/>
                </a:ext>
              </a:extLst>
            </p:cNvPr>
            <p:cNvSpPr/>
            <p:nvPr/>
          </p:nvSpPr>
          <p:spPr>
            <a:xfrm rot="16200000">
              <a:off x="1487519"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AF8C9776-7BC8-4B38-B615-1CE5AAB3D1C1}"/>
                </a:ext>
              </a:extLst>
            </p:cNvPr>
            <p:cNvSpPr/>
            <p:nvPr/>
          </p:nvSpPr>
          <p:spPr>
            <a:xfrm rot="16200000">
              <a:off x="1806627"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3A654E46-1EF4-4B52-A0AE-EE010BD18157}"/>
                </a:ext>
              </a:extLst>
            </p:cNvPr>
            <p:cNvSpPr/>
            <p:nvPr/>
          </p:nvSpPr>
          <p:spPr>
            <a:xfrm rot="16200000">
              <a:off x="2125735"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711F462F-F731-423A-B43D-811F1BF913D3}"/>
                </a:ext>
              </a:extLst>
            </p:cNvPr>
            <p:cNvSpPr/>
            <p:nvPr/>
          </p:nvSpPr>
          <p:spPr>
            <a:xfrm rot="16200000">
              <a:off x="2444841"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54" name="Group 53">
            <a:extLst>
              <a:ext uri="{FF2B5EF4-FFF2-40B4-BE49-F238E27FC236}">
                <a16:creationId xmlns:a16="http://schemas.microsoft.com/office/drawing/2014/main" id="{A15F7982-FF8D-4861-AAA7-A47B36060E67}"/>
              </a:ext>
            </a:extLst>
          </p:cNvPr>
          <p:cNvGrpSpPr/>
          <p:nvPr/>
        </p:nvGrpSpPr>
        <p:grpSpPr>
          <a:xfrm>
            <a:off x="505633" y="531225"/>
            <a:ext cx="334261" cy="1469159"/>
            <a:chOff x="458492" y="454587"/>
            <a:chExt cx="334261" cy="1469159"/>
          </a:xfrm>
        </p:grpSpPr>
        <p:sp>
          <p:nvSpPr>
            <p:cNvPr id="55" name="Oval 54">
              <a:extLst>
                <a:ext uri="{FF2B5EF4-FFF2-40B4-BE49-F238E27FC236}">
                  <a16:creationId xmlns:a16="http://schemas.microsoft.com/office/drawing/2014/main" id="{90D1E454-0D3C-4BFA-B7E9-D07C19EFCD8E}"/>
                </a:ext>
              </a:extLst>
            </p:cNvPr>
            <p:cNvSpPr/>
            <p:nvPr userDrawn="1"/>
          </p:nvSpPr>
          <p:spPr>
            <a:xfrm rot="16200000">
              <a:off x="458492" y="454587"/>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04DB8EF7-DA4C-49C2-8CB9-DAC88A9A0248}"/>
                </a:ext>
              </a:extLst>
            </p:cNvPr>
            <p:cNvSpPr/>
            <p:nvPr userDrawn="1"/>
          </p:nvSpPr>
          <p:spPr>
            <a:xfrm rot="16200000">
              <a:off x="742105" y="454587"/>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F54CDFD2-70E4-4724-9B7F-86C308C8194B}"/>
                </a:ext>
              </a:extLst>
            </p:cNvPr>
            <p:cNvSpPr/>
            <p:nvPr userDrawn="1"/>
          </p:nvSpPr>
          <p:spPr>
            <a:xfrm rot="16200000">
              <a:off x="458492" y="738289"/>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71D5E48C-4485-4215-AE18-C1A3CE794211}"/>
                </a:ext>
              </a:extLst>
            </p:cNvPr>
            <p:cNvSpPr/>
            <p:nvPr userDrawn="1"/>
          </p:nvSpPr>
          <p:spPr>
            <a:xfrm rot="16200000">
              <a:off x="742105" y="738289"/>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3DAAFFAB-4159-4723-B83B-762DFC0ECE1D}"/>
                </a:ext>
              </a:extLst>
            </p:cNvPr>
            <p:cNvSpPr/>
            <p:nvPr userDrawn="1"/>
          </p:nvSpPr>
          <p:spPr>
            <a:xfrm rot="16200000">
              <a:off x="458492" y="1021992"/>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330B1161-5400-4712-B2D7-CA9F41C8887B}"/>
                </a:ext>
              </a:extLst>
            </p:cNvPr>
            <p:cNvSpPr/>
            <p:nvPr userDrawn="1"/>
          </p:nvSpPr>
          <p:spPr>
            <a:xfrm rot="16200000">
              <a:off x="742105" y="1021992"/>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736CB851-E6F4-4617-BFD5-EC4EB44E8493}"/>
                </a:ext>
              </a:extLst>
            </p:cNvPr>
            <p:cNvSpPr/>
            <p:nvPr userDrawn="1"/>
          </p:nvSpPr>
          <p:spPr>
            <a:xfrm rot="16200000">
              <a:off x="458492" y="1305694"/>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DEC88A0D-A59D-4FE4-9575-1879E9D335FA}"/>
                </a:ext>
              </a:extLst>
            </p:cNvPr>
            <p:cNvSpPr/>
            <p:nvPr userDrawn="1"/>
          </p:nvSpPr>
          <p:spPr>
            <a:xfrm rot="16200000">
              <a:off x="742105" y="1305694"/>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2F6FD5A7-C0BC-426E-97A4-4AB4AC337590}"/>
                </a:ext>
              </a:extLst>
            </p:cNvPr>
            <p:cNvSpPr/>
            <p:nvPr userDrawn="1"/>
          </p:nvSpPr>
          <p:spPr>
            <a:xfrm rot="16200000">
              <a:off x="458492" y="1589396"/>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2855AED3-0D2F-4AE0-9650-192F06F703E2}"/>
                </a:ext>
              </a:extLst>
            </p:cNvPr>
            <p:cNvSpPr/>
            <p:nvPr userDrawn="1"/>
          </p:nvSpPr>
          <p:spPr>
            <a:xfrm rot="16200000">
              <a:off x="742105" y="1589396"/>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71399D32-4B68-42DE-B76F-4DC0948BA92E}"/>
                </a:ext>
              </a:extLst>
            </p:cNvPr>
            <p:cNvSpPr/>
            <p:nvPr userDrawn="1"/>
          </p:nvSpPr>
          <p:spPr>
            <a:xfrm rot="16200000">
              <a:off x="458492" y="1873098"/>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B7969999-BE71-48EC-9832-77CB233093A7}"/>
                </a:ext>
              </a:extLst>
            </p:cNvPr>
            <p:cNvSpPr/>
            <p:nvPr userDrawn="1"/>
          </p:nvSpPr>
          <p:spPr>
            <a:xfrm rot="16200000">
              <a:off x="742105" y="1873098"/>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3" name="Rectangle 12">
            <a:extLst>
              <a:ext uri="{FF2B5EF4-FFF2-40B4-BE49-F238E27FC236}">
                <a16:creationId xmlns:a16="http://schemas.microsoft.com/office/drawing/2014/main" id="{A49D0D04-D26D-4697-8507-5CD86CCC57A1}"/>
              </a:ext>
            </a:extLst>
          </p:cNvPr>
          <p:cNvSpPr/>
          <p:nvPr/>
        </p:nvSpPr>
        <p:spPr>
          <a:xfrm>
            <a:off x="262135" y="1644699"/>
            <a:ext cx="4526271" cy="4813379"/>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4F3599E7-DE57-479F-8222-B50FB947DD5B}"/>
              </a:ext>
            </a:extLst>
          </p:cNvPr>
          <p:cNvSpPr/>
          <p:nvPr/>
        </p:nvSpPr>
        <p:spPr>
          <a:xfrm>
            <a:off x="3675380" y="1639958"/>
            <a:ext cx="4526271" cy="4813379"/>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76423F90-D4A6-40B0-AD08-D3E0585E4A6B}"/>
              </a:ext>
            </a:extLst>
          </p:cNvPr>
          <p:cNvSpPr/>
          <p:nvPr/>
        </p:nvSpPr>
        <p:spPr>
          <a:xfrm>
            <a:off x="7036418" y="1639958"/>
            <a:ext cx="4526271" cy="4813379"/>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38DCEF00-6E0C-4120-9878-0B2B93B0216A}"/>
              </a:ext>
            </a:extLst>
          </p:cNvPr>
          <p:cNvGrpSpPr/>
          <p:nvPr/>
        </p:nvGrpSpPr>
        <p:grpSpPr>
          <a:xfrm>
            <a:off x="1086712" y="3393683"/>
            <a:ext cx="10018579" cy="2109339"/>
            <a:chOff x="1269876" y="1844824"/>
            <a:chExt cx="10018579" cy="1800200"/>
          </a:xfrm>
          <a:solidFill>
            <a:schemeClr val="bg1"/>
          </a:solidFill>
        </p:grpSpPr>
        <p:sp>
          <p:nvSpPr>
            <p:cNvPr id="10" name="Rectangle 9">
              <a:extLst>
                <a:ext uri="{FF2B5EF4-FFF2-40B4-BE49-F238E27FC236}">
                  <a16:creationId xmlns:a16="http://schemas.microsoft.com/office/drawing/2014/main" id="{FFFAAFDF-025A-4B97-9839-D47265E670D6}"/>
                </a:ext>
              </a:extLst>
            </p:cNvPr>
            <p:cNvSpPr/>
            <p:nvPr/>
          </p:nvSpPr>
          <p:spPr>
            <a:xfrm>
              <a:off x="1269876" y="1844824"/>
              <a:ext cx="3168352" cy="1800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27F40431-4FEF-412E-8A4B-69D0A0FEF1E2}"/>
                </a:ext>
              </a:extLst>
            </p:cNvPr>
            <p:cNvSpPr/>
            <p:nvPr/>
          </p:nvSpPr>
          <p:spPr>
            <a:xfrm>
              <a:off x="4694989" y="1844824"/>
              <a:ext cx="3168352" cy="1800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EA29778F-21D8-4098-B45F-5E4FE27CBFFA}"/>
                </a:ext>
              </a:extLst>
            </p:cNvPr>
            <p:cNvSpPr/>
            <p:nvPr/>
          </p:nvSpPr>
          <p:spPr>
            <a:xfrm>
              <a:off x="8120103" y="1844824"/>
              <a:ext cx="3168352" cy="1800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Text Placeholder 3">
            <a:extLst>
              <a:ext uri="{FF2B5EF4-FFF2-40B4-BE49-F238E27FC236}">
                <a16:creationId xmlns:a16="http://schemas.microsoft.com/office/drawing/2014/main" id="{B602B75F-4559-4EE9-B543-C056958D8609}"/>
              </a:ext>
            </a:extLst>
          </p:cNvPr>
          <p:cNvSpPr>
            <a:spLocks noGrp="1"/>
          </p:cNvSpPr>
          <p:nvPr>
            <p:ph type="body" sz="quarter" idx="13"/>
          </p:nvPr>
        </p:nvSpPr>
        <p:spPr/>
        <p:txBody>
          <a:bodyPr/>
          <a:lstStyle/>
          <a:p>
            <a:r>
              <a:rPr lang="en-IN"/>
              <a:t>Our Services</a:t>
            </a:r>
          </a:p>
        </p:txBody>
      </p:sp>
      <p:sp>
        <p:nvSpPr>
          <p:cNvPr id="5" name="Rectangle 4">
            <a:extLst>
              <a:ext uri="{FF2B5EF4-FFF2-40B4-BE49-F238E27FC236}">
                <a16:creationId xmlns:a16="http://schemas.microsoft.com/office/drawing/2014/main" id="{18394E1E-6F79-4796-8389-57E38F2587AE}"/>
              </a:ext>
            </a:extLst>
          </p:cNvPr>
          <p:cNvSpPr/>
          <p:nvPr/>
        </p:nvSpPr>
        <p:spPr>
          <a:xfrm>
            <a:off x="1086711" y="1700808"/>
            <a:ext cx="3168352" cy="180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5D496C87-1939-4018-935F-F3082780C477}"/>
              </a:ext>
            </a:extLst>
          </p:cNvPr>
          <p:cNvSpPr/>
          <p:nvPr/>
        </p:nvSpPr>
        <p:spPr>
          <a:xfrm>
            <a:off x="4511824" y="1700808"/>
            <a:ext cx="3168352" cy="180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1683BEDB-288E-4B26-931B-FD0DB61BF1D7}"/>
              </a:ext>
            </a:extLst>
          </p:cNvPr>
          <p:cNvSpPr/>
          <p:nvPr/>
        </p:nvSpPr>
        <p:spPr>
          <a:xfrm>
            <a:off x="7936938" y="1700808"/>
            <a:ext cx="3168352" cy="180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6" name="Group 85">
            <a:extLst>
              <a:ext uri="{FF2B5EF4-FFF2-40B4-BE49-F238E27FC236}">
                <a16:creationId xmlns:a16="http://schemas.microsoft.com/office/drawing/2014/main" id="{A82700DD-47FB-4740-AFDE-B6C4E13C7D92}"/>
              </a:ext>
            </a:extLst>
          </p:cNvPr>
          <p:cNvGrpSpPr/>
          <p:nvPr/>
        </p:nvGrpSpPr>
        <p:grpSpPr>
          <a:xfrm>
            <a:off x="2150280" y="2031456"/>
            <a:ext cx="1041214" cy="1138904"/>
            <a:chOff x="2055813" y="1185863"/>
            <a:chExt cx="2030412" cy="2220912"/>
          </a:xfrm>
        </p:grpSpPr>
        <p:sp>
          <p:nvSpPr>
            <p:cNvPr id="72" name="Freeform 5">
              <a:extLst>
                <a:ext uri="{FF2B5EF4-FFF2-40B4-BE49-F238E27FC236}">
                  <a16:creationId xmlns:a16="http://schemas.microsoft.com/office/drawing/2014/main" id="{7917CFAD-561D-4FEE-8DC3-BBE859DFB169}"/>
                </a:ext>
              </a:extLst>
            </p:cNvPr>
            <p:cNvSpPr>
              <a:spLocks/>
            </p:cNvSpPr>
            <p:nvPr/>
          </p:nvSpPr>
          <p:spPr bwMode="auto">
            <a:xfrm>
              <a:off x="2484438" y="2476500"/>
              <a:ext cx="633412" cy="608012"/>
            </a:xfrm>
            <a:custGeom>
              <a:avLst/>
              <a:gdLst>
                <a:gd name="T0" fmla="*/ 99 w 102"/>
                <a:gd name="T1" fmla="*/ 70 h 98"/>
                <a:gd name="T2" fmla="*/ 73 w 102"/>
                <a:gd name="T3" fmla="*/ 49 h 98"/>
                <a:gd name="T4" fmla="*/ 64 w 102"/>
                <a:gd name="T5" fmla="*/ 43 h 98"/>
                <a:gd name="T6" fmla="*/ 47 w 102"/>
                <a:gd name="T7" fmla="*/ 1 h 98"/>
                <a:gd name="T8" fmla="*/ 18 w 102"/>
                <a:gd name="T9" fmla="*/ 35 h 98"/>
                <a:gd name="T10" fmla="*/ 0 w 102"/>
                <a:gd name="T11" fmla="*/ 49 h 98"/>
                <a:gd name="T12" fmla="*/ 69 w 102"/>
                <a:gd name="T13" fmla="*/ 98 h 98"/>
                <a:gd name="T14" fmla="*/ 73 w 102"/>
                <a:gd name="T15" fmla="*/ 87 h 98"/>
                <a:gd name="T16" fmla="*/ 99 w 102"/>
                <a:gd name="T17" fmla="*/ 7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98">
                  <a:moveTo>
                    <a:pt x="99" y="70"/>
                  </a:moveTo>
                  <a:cubicBezTo>
                    <a:pt x="102" y="51"/>
                    <a:pt x="81" y="44"/>
                    <a:pt x="73" y="49"/>
                  </a:cubicBezTo>
                  <a:cubicBezTo>
                    <a:pt x="65" y="55"/>
                    <a:pt x="55" y="50"/>
                    <a:pt x="64" y="43"/>
                  </a:cubicBezTo>
                  <a:cubicBezTo>
                    <a:pt x="74" y="36"/>
                    <a:pt x="79" y="2"/>
                    <a:pt x="47" y="1"/>
                  </a:cubicBezTo>
                  <a:cubicBezTo>
                    <a:pt x="15" y="0"/>
                    <a:pt x="18" y="35"/>
                    <a:pt x="18" y="35"/>
                  </a:cubicBezTo>
                  <a:cubicBezTo>
                    <a:pt x="11" y="38"/>
                    <a:pt x="5" y="44"/>
                    <a:pt x="0" y="49"/>
                  </a:cubicBezTo>
                  <a:cubicBezTo>
                    <a:pt x="16" y="73"/>
                    <a:pt x="40" y="91"/>
                    <a:pt x="69" y="98"/>
                  </a:cubicBezTo>
                  <a:cubicBezTo>
                    <a:pt x="70" y="91"/>
                    <a:pt x="73" y="87"/>
                    <a:pt x="73" y="87"/>
                  </a:cubicBezTo>
                  <a:cubicBezTo>
                    <a:pt x="73" y="87"/>
                    <a:pt x="96" y="90"/>
                    <a:pt x="99" y="7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IN"/>
            </a:p>
          </p:txBody>
        </p:sp>
        <p:sp>
          <p:nvSpPr>
            <p:cNvPr id="73" name="Freeform 6">
              <a:extLst>
                <a:ext uri="{FF2B5EF4-FFF2-40B4-BE49-F238E27FC236}">
                  <a16:creationId xmlns:a16="http://schemas.microsoft.com/office/drawing/2014/main" id="{08EC4A40-2141-45CB-891D-EE7A4B82B727}"/>
                </a:ext>
              </a:extLst>
            </p:cNvPr>
            <p:cNvSpPr>
              <a:spLocks/>
            </p:cNvSpPr>
            <p:nvPr/>
          </p:nvSpPr>
          <p:spPr bwMode="auto">
            <a:xfrm>
              <a:off x="2490788" y="1608138"/>
              <a:ext cx="1365250" cy="1239837"/>
            </a:xfrm>
            <a:custGeom>
              <a:avLst/>
              <a:gdLst>
                <a:gd name="T0" fmla="*/ 99 w 220"/>
                <a:gd name="T1" fmla="*/ 0 h 200"/>
                <a:gd name="T2" fmla="*/ 2 w 220"/>
                <a:gd name="T3" fmla="*/ 49 h 200"/>
                <a:gd name="T4" fmla="*/ 6 w 220"/>
                <a:gd name="T5" fmla="*/ 56 h 200"/>
                <a:gd name="T6" fmla="*/ 4 w 220"/>
                <a:gd name="T7" fmla="*/ 79 h 200"/>
                <a:gd name="T8" fmla="*/ 10 w 220"/>
                <a:gd name="T9" fmla="*/ 102 h 200"/>
                <a:gd name="T10" fmla="*/ 25 w 220"/>
                <a:gd name="T11" fmla="*/ 130 h 200"/>
                <a:gd name="T12" fmla="*/ 47 w 220"/>
                <a:gd name="T13" fmla="*/ 114 h 200"/>
                <a:gd name="T14" fmla="*/ 60 w 220"/>
                <a:gd name="T15" fmla="*/ 92 h 200"/>
                <a:gd name="T16" fmla="*/ 82 w 220"/>
                <a:gd name="T17" fmla="*/ 68 h 200"/>
                <a:gd name="T18" fmla="*/ 120 w 220"/>
                <a:gd name="T19" fmla="*/ 34 h 200"/>
                <a:gd name="T20" fmla="*/ 143 w 220"/>
                <a:gd name="T21" fmla="*/ 62 h 200"/>
                <a:gd name="T22" fmla="*/ 156 w 220"/>
                <a:gd name="T23" fmla="*/ 78 h 200"/>
                <a:gd name="T24" fmla="*/ 148 w 220"/>
                <a:gd name="T25" fmla="*/ 97 h 200"/>
                <a:gd name="T26" fmla="*/ 141 w 220"/>
                <a:gd name="T27" fmla="*/ 141 h 200"/>
                <a:gd name="T28" fmla="*/ 163 w 220"/>
                <a:gd name="T29" fmla="*/ 173 h 200"/>
                <a:gd name="T30" fmla="*/ 192 w 220"/>
                <a:gd name="T31" fmla="*/ 200 h 200"/>
                <a:gd name="T32" fmla="*/ 215 w 220"/>
                <a:gd name="T33" fmla="*/ 158 h 200"/>
                <a:gd name="T34" fmla="*/ 203 w 220"/>
                <a:gd name="T35" fmla="*/ 147 h 200"/>
                <a:gd name="T36" fmla="*/ 199 w 220"/>
                <a:gd name="T37" fmla="*/ 100 h 200"/>
                <a:gd name="T38" fmla="*/ 218 w 220"/>
                <a:gd name="T39" fmla="*/ 98 h 200"/>
                <a:gd name="T40" fmla="*/ 99 w 220"/>
                <a:gd name="T41"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0" h="200">
                  <a:moveTo>
                    <a:pt x="99" y="0"/>
                  </a:moveTo>
                  <a:cubicBezTo>
                    <a:pt x="60" y="0"/>
                    <a:pt x="24" y="19"/>
                    <a:pt x="2" y="49"/>
                  </a:cubicBezTo>
                  <a:cubicBezTo>
                    <a:pt x="4" y="52"/>
                    <a:pt x="6" y="54"/>
                    <a:pt x="6" y="56"/>
                  </a:cubicBezTo>
                  <a:cubicBezTo>
                    <a:pt x="10" y="66"/>
                    <a:pt x="5" y="70"/>
                    <a:pt x="4" y="79"/>
                  </a:cubicBezTo>
                  <a:cubicBezTo>
                    <a:pt x="2" y="87"/>
                    <a:pt x="0" y="95"/>
                    <a:pt x="10" y="102"/>
                  </a:cubicBezTo>
                  <a:cubicBezTo>
                    <a:pt x="19" y="109"/>
                    <a:pt x="12" y="125"/>
                    <a:pt x="25" y="130"/>
                  </a:cubicBezTo>
                  <a:cubicBezTo>
                    <a:pt x="39" y="136"/>
                    <a:pt x="48" y="123"/>
                    <a:pt x="47" y="114"/>
                  </a:cubicBezTo>
                  <a:cubicBezTo>
                    <a:pt x="47" y="105"/>
                    <a:pt x="57" y="103"/>
                    <a:pt x="60" y="92"/>
                  </a:cubicBezTo>
                  <a:cubicBezTo>
                    <a:pt x="62" y="81"/>
                    <a:pt x="69" y="86"/>
                    <a:pt x="82" y="68"/>
                  </a:cubicBezTo>
                  <a:cubicBezTo>
                    <a:pt x="94" y="51"/>
                    <a:pt x="93" y="33"/>
                    <a:pt x="120" y="34"/>
                  </a:cubicBezTo>
                  <a:cubicBezTo>
                    <a:pt x="148" y="36"/>
                    <a:pt x="143" y="62"/>
                    <a:pt x="143" y="62"/>
                  </a:cubicBezTo>
                  <a:cubicBezTo>
                    <a:pt x="143" y="62"/>
                    <a:pt x="156" y="60"/>
                    <a:pt x="156" y="78"/>
                  </a:cubicBezTo>
                  <a:cubicBezTo>
                    <a:pt x="157" y="95"/>
                    <a:pt x="156" y="94"/>
                    <a:pt x="148" y="97"/>
                  </a:cubicBezTo>
                  <a:cubicBezTo>
                    <a:pt x="141" y="100"/>
                    <a:pt x="130" y="122"/>
                    <a:pt x="141" y="141"/>
                  </a:cubicBezTo>
                  <a:cubicBezTo>
                    <a:pt x="152" y="159"/>
                    <a:pt x="162" y="153"/>
                    <a:pt x="163" y="173"/>
                  </a:cubicBezTo>
                  <a:cubicBezTo>
                    <a:pt x="164" y="189"/>
                    <a:pt x="176" y="197"/>
                    <a:pt x="192" y="200"/>
                  </a:cubicBezTo>
                  <a:cubicBezTo>
                    <a:pt x="202" y="187"/>
                    <a:pt x="210" y="173"/>
                    <a:pt x="215" y="158"/>
                  </a:cubicBezTo>
                  <a:cubicBezTo>
                    <a:pt x="212" y="154"/>
                    <a:pt x="208" y="150"/>
                    <a:pt x="203" y="147"/>
                  </a:cubicBezTo>
                  <a:cubicBezTo>
                    <a:pt x="203" y="147"/>
                    <a:pt x="220" y="117"/>
                    <a:pt x="199" y="100"/>
                  </a:cubicBezTo>
                  <a:cubicBezTo>
                    <a:pt x="199" y="100"/>
                    <a:pt x="210" y="102"/>
                    <a:pt x="218" y="98"/>
                  </a:cubicBezTo>
                  <a:cubicBezTo>
                    <a:pt x="207" y="42"/>
                    <a:pt x="158" y="0"/>
                    <a:pt x="99"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74" name="Freeform 7">
              <a:extLst>
                <a:ext uri="{FF2B5EF4-FFF2-40B4-BE49-F238E27FC236}">
                  <a16:creationId xmlns:a16="http://schemas.microsoft.com/office/drawing/2014/main" id="{D7F3FE9E-49E8-463F-8ED7-DDA95F67E144}"/>
                </a:ext>
              </a:extLst>
            </p:cNvPr>
            <p:cNvSpPr>
              <a:spLocks/>
            </p:cNvSpPr>
            <p:nvPr/>
          </p:nvSpPr>
          <p:spPr bwMode="auto">
            <a:xfrm>
              <a:off x="2484438" y="2476500"/>
              <a:ext cx="633412" cy="608012"/>
            </a:xfrm>
            <a:custGeom>
              <a:avLst/>
              <a:gdLst>
                <a:gd name="T0" fmla="*/ 69 w 102"/>
                <a:gd name="T1" fmla="*/ 98 h 98"/>
                <a:gd name="T2" fmla="*/ 73 w 102"/>
                <a:gd name="T3" fmla="*/ 87 h 98"/>
                <a:gd name="T4" fmla="*/ 99 w 102"/>
                <a:gd name="T5" fmla="*/ 70 h 98"/>
                <a:gd name="T6" fmla="*/ 73 w 102"/>
                <a:gd name="T7" fmla="*/ 49 h 98"/>
                <a:gd name="T8" fmla="*/ 64 w 102"/>
                <a:gd name="T9" fmla="*/ 43 h 98"/>
                <a:gd name="T10" fmla="*/ 47 w 102"/>
                <a:gd name="T11" fmla="*/ 1 h 98"/>
                <a:gd name="T12" fmla="*/ 18 w 102"/>
                <a:gd name="T13" fmla="*/ 35 h 98"/>
                <a:gd name="T14" fmla="*/ 0 w 102"/>
                <a:gd name="T15" fmla="*/ 49 h 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98">
                  <a:moveTo>
                    <a:pt x="69" y="98"/>
                  </a:moveTo>
                  <a:cubicBezTo>
                    <a:pt x="70" y="91"/>
                    <a:pt x="73" y="87"/>
                    <a:pt x="73" y="87"/>
                  </a:cubicBezTo>
                  <a:cubicBezTo>
                    <a:pt x="73" y="87"/>
                    <a:pt x="96" y="90"/>
                    <a:pt x="99" y="70"/>
                  </a:cubicBezTo>
                  <a:cubicBezTo>
                    <a:pt x="102" y="51"/>
                    <a:pt x="81" y="44"/>
                    <a:pt x="73" y="49"/>
                  </a:cubicBezTo>
                  <a:cubicBezTo>
                    <a:pt x="65" y="55"/>
                    <a:pt x="55" y="50"/>
                    <a:pt x="64" y="43"/>
                  </a:cubicBezTo>
                  <a:cubicBezTo>
                    <a:pt x="74" y="36"/>
                    <a:pt x="79" y="2"/>
                    <a:pt x="47" y="1"/>
                  </a:cubicBezTo>
                  <a:cubicBezTo>
                    <a:pt x="15" y="0"/>
                    <a:pt x="18" y="35"/>
                    <a:pt x="18" y="35"/>
                  </a:cubicBezTo>
                  <a:cubicBezTo>
                    <a:pt x="11" y="38"/>
                    <a:pt x="5" y="44"/>
                    <a:pt x="0" y="49"/>
                  </a:cubicBezTo>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75" name="Freeform 8">
              <a:extLst>
                <a:ext uri="{FF2B5EF4-FFF2-40B4-BE49-F238E27FC236}">
                  <a16:creationId xmlns:a16="http://schemas.microsoft.com/office/drawing/2014/main" id="{9BA4F743-A469-4255-B4C3-0205AC448AD2}"/>
                </a:ext>
              </a:extLst>
            </p:cNvPr>
            <p:cNvSpPr>
              <a:spLocks/>
            </p:cNvSpPr>
            <p:nvPr/>
          </p:nvSpPr>
          <p:spPr bwMode="auto">
            <a:xfrm>
              <a:off x="2490788" y="1812925"/>
              <a:ext cx="1365250" cy="1035050"/>
            </a:xfrm>
            <a:custGeom>
              <a:avLst/>
              <a:gdLst>
                <a:gd name="T0" fmla="*/ 2 w 220"/>
                <a:gd name="T1" fmla="*/ 16 h 167"/>
                <a:gd name="T2" fmla="*/ 6 w 220"/>
                <a:gd name="T3" fmla="*/ 23 h 167"/>
                <a:gd name="T4" fmla="*/ 4 w 220"/>
                <a:gd name="T5" fmla="*/ 46 h 167"/>
                <a:gd name="T6" fmla="*/ 10 w 220"/>
                <a:gd name="T7" fmla="*/ 69 h 167"/>
                <a:gd name="T8" fmla="*/ 25 w 220"/>
                <a:gd name="T9" fmla="*/ 97 h 167"/>
                <a:gd name="T10" fmla="*/ 47 w 220"/>
                <a:gd name="T11" fmla="*/ 81 h 167"/>
                <a:gd name="T12" fmla="*/ 60 w 220"/>
                <a:gd name="T13" fmla="*/ 59 h 167"/>
                <a:gd name="T14" fmla="*/ 82 w 220"/>
                <a:gd name="T15" fmla="*/ 35 h 167"/>
                <a:gd name="T16" fmla="*/ 120 w 220"/>
                <a:gd name="T17" fmla="*/ 1 h 167"/>
                <a:gd name="T18" fmla="*/ 143 w 220"/>
                <a:gd name="T19" fmla="*/ 29 h 167"/>
                <a:gd name="T20" fmla="*/ 156 w 220"/>
                <a:gd name="T21" fmla="*/ 45 h 167"/>
                <a:gd name="T22" fmla="*/ 148 w 220"/>
                <a:gd name="T23" fmla="*/ 64 h 167"/>
                <a:gd name="T24" fmla="*/ 141 w 220"/>
                <a:gd name="T25" fmla="*/ 108 h 167"/>
                <a:gd name="T26" fmla="*/ 163 w 220"/>
                <a:gd name="T27" fmla="*/ 140 h 167"/>
                <a:gd name="T28" fmla="*/ 192 w 220"/>
                <a:gd name="T29" fmla="*/ 167 h 167"/>
                <a:gd name="T30" fmla="*/ 215 w 220"/>
                <a:gd name="T31" fmla="*/ 125 h 167"/>
                <a:gd name="T32" fmla="*/ 203 w 220"/>
                <a:gd name="T33" fmla="*/ 114 h 167"/>
                <a:gd name="T34" fmla="*/ 199 w 220"/>
                <a:gd name="T35" fmla="*/ 67 h 167"/>
                <a:gd name="T36" fmla="*/ 218 w 220"/>
                <a:gd name="T37" fmla="*/ 6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 h="167">
                  <a:moveTo>
                    <a:pt x="2" y="16"/>
                  </a:moveTo>
                  <a:cubicBezTo>
                    <a:pt x="4" y="19"/>
                    <a:pt x="6" y="21"/>
                    <a:pt x="6" y="23"/>
                  </a:cubicBezTo>
                  <a:cubicBezTo>
                    <a:pt x="10" y="33"/>
                    <a:pt x="5" y="37"/>
                    <a:pt x="4" y="46"/>
                  </a:cubicBezTo>
                  <a:cubicBezTo>
                    <a:pt x="2" y="54"/>
                    <a:pt x="0" y="62"/>
                    <a:pt x="10" y="69"/>
                  </a:cubicBezTo>
                  <a:cubicBezTo>
                    <a:pt x="19" y="76"/>
                    <a:pt x="12" y="92"/>
                    <a:pt x="25" y="97"/>
                  </a:cubicBezTo>
                  <a:cubicBezTo>
                    <a:pt x="39" y="103"/>
                    <a:pt x="48" y="90"/>
                    <a:pt x="47" y="81"/>
                  </a:cubicBezTo>
                  <a:cubicBezTo>
                    <a:pt x="47" y="72"/>
                    <a:pt x="57" y="70"/>
                    <a:pt x="60" y="59"/>
                  </a:cubicBezTo>
                  <a:cubicBezTo>
                    <a:pt x="62" y="48"/>
                    <a:pt x="69" y="53"/>
                    <a:pt x="82" y="35"/>
                  </a:cubicBezTo>
                  <a:cubicBezTo>
                    <a:pt x="94" y="18"/>
                    <a:pt x="93" y="0"/>
                    <a:pt x="120" y="1"/>
                  </a:cubicBezTo>
                  <a:cubicBezTo>
                    <a:pt x="148" y="3"/>
                    <a:pt x="143" y="29"/>
                    <a:pt x="143" y="29"/>
                  </a:cubicBezTo>
                  <a:cubicBezTo>
                    <a:pt x="143" y="29"/>
                    <a:pt x="156" y="27"/>
                    <a:pt x="156" y="45"/>
                  </a:cubicBezTo>
                  <a:cubicBezTo>
                    <a:pt x="157" y="62"/>
                    <a:pt x="156" y="61"/>
                    <a:pt x="148" y="64"/>
                  </a:cubicBezTo>
                  <a:cubicBezTo>
                    <a:pt x="141" y="67"/>
                    <a:pt x="130" y="89"/>
                    <a:pt x="141" y="108"/>
                  </a:cubicBezTo>
                  <a:cubicBezTo>
                    <a:pt x="152" y="126"/>
                    <a:pt x="162" y="120"/>
                    <a:pt x="163" y="140"/>
                  </a:cubicBezTo>
                  <a:cubicBezTo>
                    <a:pt x="164" y="156"/>
                    <a:pt x="176" y="164"/>
                    <a:pt x="192" y="167"/>
                  </a:cubicBezTo>
                  <a:cubicBezTo>
                    <a:pt x="202" y="154"/>
                    <a:pt x="210" y="140"/>
                    <a:pt x="215" y="125"/>
                  </a:cubicBezTo>
                  <a:cubicBezTo>
                    <a:pt x="212" y="121"/>
                    <a:pt x="208" y="117"/>
                    <a:pt x="203" y="114"/>
                  </a:cubicBezTo>
                  <a:cubicBezTo>
                    <a:pt x="203" y="114"/>
                    <a:pt x="220" y="84"/>
                    <a:pt x="199" y="67"/>
                  </a:cubicBezTo>
                  <a:cubicBezTo>
                    <a:pt x="199" y="67"/>
                    <a:pt x="210" y="69"/>
                    <a:pt x="218" y="65"/>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6" name="Oval 9">
              <a:extLst>
                <a:ext uri="{FF2B5EF4-FFF2-40B4-BE49-F238E27FC236}">
                  <a16:creationId xmlns:a16="http://schemas.microsoft.com/office/drawing/2014/main" id="{9095043F-ED47-4493-84A4-A073C1984AEB}"/>
                </a:ext>
              </a:extLst>
            </p:cNvPr>
            <p:cNvSpPr>
              <a:spLocks noChangeArrowheads="1"/>
            </p:cNvSpPr>
            <p:nvPr/>
          </p:nvSpPr>
          <p:spPr bwMode="auto">
            <a:xfrm>
              <a:off x="2354263" y="1608138"/>
              <a:ext cx="1501775" cy="1501775"/>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7" name="Freeform 10">
              <a:extLst>
                <a:ext uri="{FF2B5EF4-FFF2-40B4-BE49-F238E27FC236}">
                  <a16:creationId xmlns:a16="http://schemas.microsoft.com/office/drawing/2014/main" id="{10FC4959-A785-45C9-8138-DA2816B95687}"/>
                </a:ext>
              </a:extLst>
            </p:cNvPr>
            <p:cNvSpPr>
              <a:spLocks/>
            </p:cNvSpPr>
            <p:nvPr/>
          </p:nvSpPr>
          <p:spPr bwMode="auto">
            <a:xfrm>
              <a:off x="2266950" y="1465263"/>
              <a:ext cx="838200" cy="582612"/>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8" name="Freeform 11">
              <a:extLst>
                <a:ext uri="{FF2B5EF4-FFF2-40B4-BE49-F238E27FC236}">
                  <a16:creationId xmlns:a16="http://schemas.microsoft.com/office/drawing/2014/main" id="{4E122F10-B551-4E72-ABCA-E0C021DADF75}"/>
                </a:ext>
              </a:extLst>
            </p:cNvPr>
            <p:cNvSpPr>
              <a:spLocks/>
            </p:cNvSpPr>
            <p:nvPr/>
          </p:nvSpPr>
          <p:spPr bwMode="auto">
            <a:xfrm>
              <a:off x="2222500" y="2513013"/>
              <a:ext cx="690562" cy="720725"/>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9" name="Freeform 12">
              <a:extLst>
                <a:ext uri="{FF2B5EF4-FFF2-40B4-BE49-F238E27FC236}">
                  <a16:creationId xmlns:a16="http://schemas.microsoft.com/office/drawing/2014/main" id="{9BBC3F51-5B3D-4E19-A6FA-AAB7A36DBD9F}"/>
                </a:ext>
              </a:extLst>
            </p:cNvPr>
            <p:cNvSpPr>
              <a:spLocks/>
            </p:cNvSpPr>
            <p:nvPr/>
          </p:nvSpPr>
          <p:spPr bwMode="auto">
            <a:xfrm>
              <a:off x="3514725" y="1862138"/>
              <a:ext cx="490537" cy="129698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0" name="Freeform 13">
              <a:extLst>
                <a:ext uri="{FF2B5EF4-FFF2-40B4-BE49-F238E27FC236}">
                  <a16:creationId xmlns:a16="http://schemas.microsoft.com/office/drawing/2014/main" id="{A02E2171-48E8-42B2-A91C-1C63EB487384}"/>
                </a:ext>
              </a:extLst>
            </p:cNvPr>
            <p:cNvSpPr>
              <a:spLocks/>
            </p:cNvSpPr>
            <p:nvPr/>
          </p:nvSpPr>
          <p:spPr bwMode="auto">
            <a:xfrm>
              <a:off x="2055813" y="1898650"/>
              <a:ext cx="111125" cy="652462"/>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1" name="Freeform 14">
              <a:extLst>
                <a:ext uri="{FF2B5EF4-FFF2-40B4-BE49-F238E27FC236}">
                  <a16:creationId xmlns:a16="http://schemas.microsoft.com/office/drawing/2014/main" id="{F0E7C619-C8E6-4CE3-9AFB-7068855E5671}"/>
                </a:ext>
              </a:extLst>
            </p:cNvPr>
            <p:cNvSpPr>
              <a:spLocks/>
            </p:cNvSpPr>
            <p:nvPr/>
          </p:nvSpPr>
          <p:spPr bwMode="auto">
            <a:xfrm>
              <a:off x="2813050" y="3246438"/>
              <a:ext cx="857250" cy="160337"/>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2" name="Freeform 15">
              <a:extLst>
                <a:ext uri="{FF2B5EF4-FFF2-40B4-BE49-F238E27FC236}">
                  <a16:creationId xmlns:a16="http://schemas.microsoft.com/office/drawing/2014/main" id="{2448A90A-C490-4392-92CA-B56C6372C890}"/>
                </a:ext>
              </a:extLst>
            </p:cNvPr>
            <p:cNvSpPr>
              <a:spLocks/>
            </p:cNvSpPr>
            <p:nvPr/>
          </p:nvSpPr>
          <p:spPr bwMode="auto">
            <a:xfrm>
              <a:off x="3105150" y="1309688"/>
              <a:ext cx="981075" cy="663575"/>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3" name="Freeform 16">
              <a:extLst>
                <a:ext uri="{FF2B5EF4-FFF2-40B4-BE49-F238E27FC236}">
                  <a16:creationId xmlns:a16="http://schemas.microsoft.com/office/drawing/2014/main" id="{22DEAA94-3118-4DEC-88D6-5661168811F1}"/>
                </a:ext>
              </a:extLst>
            </p:cNvPr>
            <p:cNvSpPr>
              <a:spLocks/>
            </p:cNvSpPr>
            <p:nvPr/>
          </p:nvSpPr>
          <p:spPr bwMode="auto">
            <a:xfrm>
              <a:off x="3354388" y="1185863"/>
              <a:ext cx="533400" cy="962025"/>
            </a:xfrm>
            <a:custGeom>
              <a:avLst/>
              <a:gdLst>
                <a:gd name="T0" fmla="*/ 86 w 86"/>
                <a:gd name="T1" fmla="*/ 43 h 155"/>
                <a:gd name="T2" fmla="*/ 43 w 86"/>
                <a:gd name="T3" fmla="*/ 155 h 155"/>
                <a:gd name="T4" fmla="*/ 0 w 86"/>
                <a:gd name="T5" fmla="*/ 43 h 155"/>
                <a:gd name="T6" fmla="*/ 43 w 86"/>
                <a:gd name="T7" fmla="*/ 0 h 155"/>
                <a:gd name="T8" fmla="*/ 86 w 86"/>
                <a:gd name="T9" fmla="*/ 43 h 155"/>
              </a:gdLst>
              <a:ahLst/>
              <a:cxnLst>
                <a:cxn ang="0">
                  <a:pos x="T0" y="T1"/>
                </a:cxn>
                <a:cxn ang="0">
                  <a:pos x="T2" y="T3"/>
                </a:cxn>
                <a:cxn ang="0">
                  <a:pos x="T4" y="T5"/>
                </a:cxn>
                <a:cxn ang="0">
                  <a:pos x="T6" y="T7"/>
                </a:cxn>
                <a:cxn ang="0">
                  <a:pos x="T8" y="T9"/>
                </a:cxn>
              </a:cxnLst>
              <a:rect l="0" t="0" r="r" b="b"/>
              <a:pathLst>
                <a:path w="86" h="155">
                  <a:moveTo>
                    <a:pt x="86" y="43"/>
                  </a:moveTo>
                  <a:cubicBezTo>
                    <a:pt x="86" y="67"/>
                    <a:pt x="43" y="155"/>
                    <a:pt x="43" y="155"/>
                  </a:cubicBezTo>
                  <a:cubicBezTo>
                    <a:pt x="43" y="155"/>
                    <a:pt x="0" y="67"/>
                    <a:pt x="0" y="43"/>
                  </a:cubicBezTo>
                  <a:cubicBezTo>
                    <a:pt x="0" y="20"/>
                    <a:pt x="19" y="0"/>
                    <a:pt x="43" y="0"/>
                  </a:cubicBezTo>
                  <a:cubicBezTo>
                    <a:pt x="67" y="0"/>
                    <a:pt x="86" y="20"/>
                    <a:pt x="86" y="43"/>
                  </a:cubicBezTo>
                  <a:close/>
                </a:path>
              </a:pathLst>
            </a:custGeom>
            <a:solidFill>
              <a:schemeClr val="accent2"/>
            </a:solidFill>
            <a:ln w="19050" cap="flat">
              <a:solidFill>
                <a:schemeClr val="accent4"/>
              </a:solidFill>
              <a:prstDash val="solid"/>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Oval 17">
              <a:extLst>
                <a:ext uri="{FF2B5EF4-FFF2-40B4-BE49-F238E27FC236}">
                  <a16:creationId xmlns:a16="http://schemas.microsoft.com/office/drawing/2014/main" id="{5D93C01F-0A4A-47F6-9031-D66B9F84818D}"/>
                </a:ext>
              </a:extLst>
            </p:cNvPr>
            <p:cNvSpPr>
              <a:spLocks noChangeArrowheads="1"/>
            </p:cNvSpPr>
            <p:nvPr/>
          </p:nvSpPr>
          <p:spPr bwMode="auto">
            <a:xfrm>
              <a:off x="3502025" y="1335088"/>
              <a:ext cx="236537" cy="241300"/>
            </a:xfrm>
            <a:prstGeom prst="ellipse">
              <a:avLst/>
            </a:prstGeom>
            <a:noFill/>
            <a:ln w="19050" cap="flat">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
        <p:nvSpPr>
          <p:cNvPr id="87" name="TextBox 86">
            <a:extLst>
              <a:ext uri="{FF2B5EF4-FFF2-40B4-BE49-F238E27FC236}">
                <a16:creationId xmlns:a16="http://schemas.microsoft.com/office/drawing/2014/main" id="{118F2E3C-4C94-4C17-9BD6-86FF7AF05F75}"/>
              </a:ext>
            </a:extLst>
          </p:cNvPr>
          <p:cNvSpPr txBox="1"/>
          <p:nvPr/>
        </p:nvSpPr>
        <p:spPr>
          <a:xfrm>
            <a:off x="1558541" y="4319150"/>
            <a:ext cx="2224692" cy="825526"/>
          </a:xfrm>
          <a:prstGeom prst="rect">
            <a:avLst/>
          </a:prstGeom>
          <a:noFill/>
        </p:spPr>
        <p:txBody>
          <a:bodyPr wrap="square" lIns="0" tIns="0" rIns="0" bIns="0" rtlCol="0" anchor="t">
            <a:noAutofit/>
          </a:bodyPr>
          <a:lstStyle/>
          <a:p>
            <a:pPr algn="ctr"/>
            <a:r>
              <a:rPr lang="en-US" sz="1400" kern="0">
                <a:solidFill>
                  <a:schemeClr val="tx1">
                    <a:lumMod val="75000"/>
                    <a:lumOff val="25000"/>
                  </a:schemeClr>
                </a:solidFill>
                <a:latin typeface="Segoe UI" panose="020B0502040204020203" pitchFamily="34" charset="0"/>
                <a:ea typeface="Calibri Light" charset="0"/>
                <a:cs typeface="Segoe UI" panose="020B0502040204020203" pitchFamily="34" charset="0"/>
              </a:rPr>
              <a:t>Subscription fees, sized according to application complexity &amp; scale</a:t>
            </a:r>
          </a:p>
        </p:txBody>
      </p:sp>
      <p:sp>
        <p:nvSpPr>
          <p:cNvPr id="88" name="TextBox 87">
            <a:extLst>
              <a:ext uri="{FF2B5EF4-FFF2-40B4-BE49-F238E27FC236}">
                <a16:creationId xmlns:a16="http://schemas.microsoft.com/office/drawing/2014/main" id="{757135C1-9BA5-45B1-AF14-FA26FF95F1C5}"/>
              </a:ext>
            </a:extLst>
          </p:cNvPr>
          <p:cNvSpPr txBox="1"/>
          <p:nvPr/>
        </p:nvSpPr>
        <p:spPr>
          <a:xfrm>
            <a:off x="1558541" y="3739733"/>
            <a:ext cx="2224692" cy="430887"/>
          </a:xfrm>
          <a:prstGeom prst="rect">
            <a:avLst/>
          </a:prstGeom>
          <a:noFill/>
        </p:spPr>
        <p:txBody>
          <a:bodyPr wrap="square" lIns="0" tIns="0" rIns="0" bIns="0" rtlCol="0" anchor="b">
            <a:spAutoFit/>
          </a:bodyPr>
          <a:lstStyle/>
          <a:p>
            <a:pPr algn="ctr"/>
            <a:r>
              <a:rPr lang="en-US" sz="1400" b="1" kern="0">
                <a:solidFill>
                  <a:schemeClr val="accent1"/>
                </a:solidFill>
                <a:latin typeface="Optima" panose="02000503060000020004" pitchFamily="2" charset="0"/>
                <a:ea typeface="Calibri Light" charset="0"/>
                <a:cs typeface="Segoe UI" panose="020B0502040204020203" pitchFamily="34" charset="0"/>
              </a:rPr>
              <a:t>Core Cyber Security Tools (Promachos)</a:t>
            </a:r>
            <a:endParaRPr lang="en-US" sz="1400" b="1">
              <a:solidFill>
                <a:schemeClr val="accent1"/>
              </a:solidFill>
              <a:latin typeface="Optima" panose="02000503060000020004" pitchFamily="2" charset="0"/>
              <a:ea typeface="Calibri Light" charset="0"/>
              <a:cs typeface="Segoe UI" panose="020B0502040204020203" pitchFamily="34" charset="0"/>
            </a:endParaRPr>
          </a:p>
        </p:txBody>
      </p:sp>
      <p:sp>
        <p:nvSpPr>
          <p:cNvPr id="89" name="TextBox 88">
            <a:extLst>
              <a:ext uri="{FF2B5EF4-FFF2-40B4-BE49-F238E27FC236}">
                <a16:creationId xmlns:a16="http://schemas.microsoft.com/office/drawing/2014/main" id="{4322609B-0408-4897-8F57-104BBDE1CB34}"/>
              </a:ext>
            </a:extLst>
          </p:cNvPr>
          <p:cNvSpPr txBox="1"/>
          <p:nvPr/>
        </p:nvSpPr>
        <p:spPr>
          <a:xfrm>
            <a:off x="5018433" y="4319150"/>
            <a:ext cx="2224692" cy="825526"/>
          </a:xfrm>
          <a:prstGeom prst="rect">
            <a:avLst/>
          </a:prstGeom>
          <a:noFill/>
        </p:spPr>
        <p:txBody>
          <a:bodyPr wrap="square" lIns="0" tIns="0" rIns="0" bIns="0" rtlCol="0" anchor="t">
            <a:noAutofit/>
          </a:bodyPr>
          <a:lstStyle/>
          <a:p>
            <a:pPr algn="ctr"/>
            <a:r>
              <a:rPr lang="en-US" sz="1400" kern="0">
                <a:solidFill>
                  <a:schemeClr val="tx1">
                    <a:lumMod val="75000"/>
                    <a:lumOff val="25000"/>
                  </a:schemeClr>
                </a:solidFill>
                <a:latin typeface="Segoe UI" panose="020B0502040204020203" pitchFamily="34" charset="0"/>
                <a:ea typeface="Calibri Light" charset="0"/>
                <a:cs typeface="Segoe UI" panose="020B0502040204020203" pitchFamily="34" charset="0"/>
              </a:rPr>
              <a:t>Custom Threat Intelligence LLM, license model channel dependent</a:t>
            </a:r>
            <a:endParaRPr lang="en-US" sz="140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a:p>
            <a:pPr algn="ctr"/>
            <a:endParaRPr lang="en-US" sz="140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sp>
        <p:nvSpPr>
          <p:cNvPr id="90" name="TextBox 89">
            <a:extLst>
              <a:ext uri="{FF2B5EF4-FFF2-40B4-BE49-F238E27FC236}">
                <a16:creationId xmlns:a16="http://schemas.microsoft.com/office/drawing/2014/main" id="{656BFCBA-4246-4169-ABC3-574725F3DEC9}"/>
              </a:ext>
            </a:extLst>
          </p:cNvPr>
          <p:cNvSpPr txBox="1"/>
          <p:nvPr/>
        </p:nvSpPr>
        <p:spPr>
          <a:xfrm>
            <a:off x="5018433" y="3739733"/>
            <a:ext cx="2224692" cy="430887"/>
          </a:xfrm>
          <a:prstGeom prst="rect">
            <a:avLst/>
          </a:prstGeom>
          <a:noFill/>
        </p:spPr>
        <p:txBody>
          <a:bodyPr wrap="square" lIns="0" tIns="0" rIns="0" bIns="0" rtlCol="0" anchor="b">
            <a:spAutoFit/>
          </a:bodyPr>
          <a:lstStyle/>
          <a:p>
            <a:pPr algn="ctr"/>
            <a:r>
              <a:rPr lang="en-US" sz="1400" b="1" kern="0">
                <a:solidFill>
                  <a:schemeClr val="accent1"/>
                </a:solidFill>
                <a:latin typeface="Optima" panose="02000503060000020004" pitchFamily="2" charset="0"/>
                <a:ea typeface="Calibri Light" charset="0"/>
                <a:cs typeface="Segoe UI" panose="020B0502040204020203" pitchFamily="34" charset="0"/>
              </a:rPr>
              <a:t>Threat Intelligence Model (Glaukopis)</a:t>
            </a:r>
            <a:endParaRPr lang="en-US" sz="1400" b="1">
              <a:solidFill>
                <a:schemeClr val="accent1"/>
              </a:solidFill>
              <a:latin typeface="Optima" panose="02000503060000020004" pitchFamily="2" charset="0"/>
              <a:ea typeface="Calibri Light" charset="0"/>
              <a:cs typeface="Segoe UI" panose="020B0502040204020203" pitchFamily="34" charset="0"/>
            </a:endParaRPr>
          </a:p>
        </p:txBody>
      </p:sp>
      <p:sp>
        <p:nvSpPr>
          <p:cNvPr id="91" name="TextBox 90">
            <a:extLst>
              <a:ext uri="{FF2B5EF4-FFF2-40B4-BE49-F238E27FC236}">
                <a16:creationId xmlns:a16="http://schemas.microsoft.com/office/drawing/2014/main" id="{3C546DF1-67E2-49FF-B3D3-72FB818762F1}"/>
              </a:ext>
            </a:extLst>
          </p:cNvPr>
          <p:cNvSpPr txBox="1"/>
          <p:nvPr/>
        </p:nvSpPr>
        <p:spPr>
          <a:xfrm>
            <a:off x="8354758" y="4319150"/>
            <a:ext cx="2224692" cy="825526"/>
          </a:xfrm>
          <a:prstGeom prst="rect">
            <a:avLst/>
          </a:prstGeom>
          <a:noFill/>
        </p:spPr>
        <p:txBody>
          <a:bodyPr wrap="square" lIns="0" tIns="0" rIns="0" bIns="0" rtlCol="0" anchor="t">
            <a:noAutofit/>
          </a:bodyPr>
          <a:lstStyle/>
          <a:p>
            <a:pPr algn="ctr"/>
            <a:r>
              <a:rPr lang="en-US" sz="1400" kern="0">
                <a:solidFill>
                  <a:schemeClr val="tx1">
                    <a:lumMod val="75000"/>
                    <a:lumOff val="25000"/>
                  </a:schemeClr>
                </a:solidFill>
                <a:latin typeface="Segoe UI" panose="020B0502040204020203" pitchFamily="34" charset="0"/>
                <a:ea typeface="Calibri Light" charset="0"/>
                <a:cs typeface="Segoe UI" panose="020B0502040204020203" pitchFamily="34" charset="0"/>
              </a:rPr>
              <a:t>Outsourced cyber security related product and/or operational support. Priced per project.</a:t>
            </a:r>
            <a:endParaRPr lang="en-US" sz="140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sp>
        <p:nvSpPr>
          <p:cNvPr id="92" name="TextBox 91">
            <a:extLst>
              <a:ext uri="{FF2B5EF4-FFF2-40B4-BE49-F238E27FC236}">
                <a16:creationId xmlns:a16="http://schemas.microsoft.com/office/drawing/2014/main" id="{C1C2D4C8-256C-456D-A017-83BB7C200094}"/>
              </a:ext>
            </a:extLst>
          </p:cNvPr>
          <p:cNvSpPr txBox="1"/>
          <p:nvPr/>
        </p:nvSpPr>
        <p:spPr>
          <a:xfrm>
            <a:off x="8354758" y="3739732"/>
            <a:ext cx="2224692" cy="430887"/>
          </a:xfrm>
          <a:prstGeom prst="rect">
            <a:avLst/>
          </a:prstGeom>
          <a:noFill/>
        </p:spPr>
        <p:txBody>
          <a:bodyPr wrap="square" lIns="0" tIns="0" rIns="0" bIns="0" rtlCol="0" anchor="b">
            <a:spAutoFit/>
          </a:bodyPr>
          <a:lstStyle/>
          <a:p>
            <a:pPr algn="ctr"/>
            <a:r>
              <a:rPr lang="en-US" sz="1400" b="1" kern="0">
                <a:solidFill>
                  <a:schemeClr val="accent1"/>
                </a:solidFill>
                <a:latin typeface="Optima" panose="02000503060000020004" pitchFamily="2" charset="0"/>
                <a:ea typeface="Calibri Light" charset="0"/>
                <a:cs typeface="Segoe UI" panose="020B0502040204020203" pitchFamily="34" charset="0"/>
              </a:rPr>
              <a:t>Cyber Product Development &amp; Operations Support</a:t>
            </a:r>
            <a:endParaRPr lang="en-US" sz="1400" b="1">
              <a:solidFill>
                <a:schemeClr val="accent1"/>
              </a:solidFill>
              <a:latin typeface="Optima" panose="02000503060000020004" pitchFamily="2" charset="0"/>
              <a:ea typeface="Calibri Light" charset="0"/>
              <a:cs typeface="Segoe UI" panose="020B0502040204020203" pitchFamily="34" charset="0"/>
            </a:endParaRPr>
          </a:p>
        </p:txBody>
      </p:sp>
      <p:grpSp>
        <p:nvGrpSpPr>
          <p:cNvPr id="3" name="Group 2">
            <a:extLst>
              <a:ext uri="{FF2B5EF4-FFF2-40B4-BE49-F238E27FC236}">
                <a16:creationId xmlns:a16="http://schemas.microsoft.com/office/drawing/2014/main" id="{880D70CE-BFFA-4583-8E4B-8A410AD03214}"/>
              </a:ext>
            </a:extLst>
          </p:cNvPr>
          <p:cNvGrpSpPr/>
          <p:nvPr/>
        </p:nvGrpSpPr>
        <p:grpSpPr>
          <a:xfrm>
            <a:off x="5810592" y="2344919"/>
            <a:ext cx="624560" cy="553010"/>
            <a:chOff x="5730339" y="2419282"/>
            <a:chExt cx="781890" cy="692316"/>
          </a:xfrm>
        </p:grpSpPr>
        <p:sp>
          <p:nvSpPr>
            <p:cNvPr id="102" name="Freeform 27">
              <a:extLst>
                <a:ext uri="{FF2B5EF4-FFF2-40B4-BE49-F238E27FC236}">
                  <a16:creationId xmlns:a16="http://schemas.microsoft.com/office/drawing/2014/main" id="{75EECAA9-D6A5-41B7-8683-C0D98FEFF578}"/>
                </a:ext>
              </a:extLst>
            </p:cNvPr>
            <p:cNvSpPr>
              <a:spLocks/>
            </p:cNvSpPr>
            <p:nvPr/>
          </p:nvSpPr>
          <p:spPr bwMode="auto">
            <a:xfrm>
              <a:off x="5730339" y="2419282"/>
              <a:ext cx="781890" cy="692316"/>
            </a:xfrm>
            <a:custGeom>
              <a:avLst/>
              <a:gdLst>
                <a:gd name="T0" fmla="*/ 119 w 247"/>
                <a:gd name="T1" fmla="*/ 0 h 219"/>
                <a:gd name="T2" fmla="*/ 221 w 247"/>
                <a:gd name="T3" fmla="*/ 42 h 219"/>
                <a:gd name="T4" fmla="*/ 119 w 247"/>
                <a:gd name="T5" fmla="*/ 219 h 219"/>
                <a:gd name="T6" fmla="*/ 14 w 247"/>
                <a:gd name="T7" fmla="*/ 41 h 219"/>
                <a:gd name="T8" fmla="*/ 119 w 247"/>
                <a:gd name="T9" fmla="*/ 0 h 219"/>
              </a:gdLst>
              <a:ahLst/>
              <a:cxnLst>
                <a:cxn ang="0">
                  <a:pos x="T0" y="T1"/>
                </a:cxn>
                <a:cxn ang="0">
                  <a:pos x="T2" y="T3"/>
                </a:cxn>
                <a:cxn ang="0">
                  <a:pos x="T4" y="T5"/>
                </a:cxn>
                <a:cxn ang="0">
                  <a:pos x="T6" y="T7"/>
                </a:cxn>
                <a:cxn ang="0">
                  <a:pos x="T8" y="T9"/>
                </a:cxn>
              </a:cxnLst>
              <a:rect l="0" t="0" r="r" b="b"/>
              <a:pathLst>
                <a:path w="247" h="219">
                  <a:moveTo>
                    <a:pt x="119" y="0"/>
                  </a:moveTo>
                  <a:cubicBezTo>
                    <a:pt x="119" y="0"/>
                    <a:pt x="151" y="30"/>
                    <a:pt x="221" y="42"/>
                  </a:cubicBezTo>
                  <a:cubicBezTo>
                    <a:pt x="221" y="42"/>
                    <a:pt x="247" y="169"/>
                    <a:pt x="119" y="219"/>
                  </a:cubicBezTo>
                  <a:cubicBezTo>
                    <a:pt x="119" y="219"/>
                    <a:pt x="0" y="181"/>
                    <a:pt x="14" y="41"/>
                  </a:cubicBezTo>
                  <a:cubicBezTo>
                    <a:pt x="14" y="41"/>
                    <a:pt x="70" y="36"/>
                    <a:pt x="119" y="0"/>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grpSp>
          <p:nvGrpSpPr>
            <p:cNvPr id="108" name="Group 107">
              <a:extLst>
                <a:ext uri="{FF2B5EF4-FFF2-40B4-BE49-F238E27FC236}">
                  <a16:creationId xmlns:a16="http://schemas.microsoft.com/office/drawing/2014/main" id="{28C85E4E-0401-470D-9AFA-CE5E3D4F4F2F}"/>
                </a:ext>
              </a:extLst>
            </p:cNvPr>
            <p:cNvGrpSpPr/>
            <p:nvPr/>
          </p:nvGrpSpPr>
          <p:grpSpPr>
            <a:xfrm>
              <a:off x="5986924" y="2612298"/>
              <a:ext cx="237514" cy="299927"/>
              <a:chOff x="-2308415" y="2971519"/>
              <a:chExt cx="652462" cy="823913"/>
            </a:xfrm>
          </p:grpSpPr>
          <p:sp>
            <p:nvSpPr>
              <p:cNvPr id="104" name="Freeform 29">
                <a:extLst>
                  <a:ext uri="{FF2B5EF4-FFF2-40B4-BE49-F238E27FC236}">
                    <a16:creationId xmlns:a16="http://schemas.microsoft.com/office/drawing/2014/main" id="{7C85D2BC-B9E1-4FB9-B729-13C07705E2D2}"/>
                  </a:ext>
                </a:extLst>
              </p:cNvPr>
              <p:cNvSpPr>
                <a:spLocks/>
              </p:cNvSpPr>
              <p:nvPr/>
            </p:nvSpPr>
            <p:spPr bwMode="auto">
              <a:xfrm>
                <a:off x="-2213165" y="2971519"/>
                <a:ext cx="452437" cy="511175"/>
              </a:xfrm>
              <a:custGeom>
                <a:avLst/>
                <a:gdLst>
                  <a:gd name="T0" fmla="*/ 0 w 52"/>
                  <a:gd name="T1" fmla="*/ 59 h 59"/>
                  <a:gd name="T2" fmla="*/ 0 w 52"/>
                  <a:gd name="T3" fmla="*/ 26 h 59"/>
                  <a:gd name="T4" fmla="*/ 26 w 52"/>
                  <a:gd name="T5" fmla="*/ 0 h 59"/>
                  <a:gd name="T6" fmla="*/ 26 w 52"/>
                  <a:gd name="T7" fmla="*/ 0 h 59"/>
                  <a:gd name="T8" fmla="*/ 52 w 52"/>
                  <a:gd name="T9" fmla="*/ 26 h 59"/>
                  <a:gd name="T10" fmla="*/ 52 w 52"/>
                  <a:gd name="T11" fmla="*/ 59 h 59"/>
                </a:gdLst>
                <a:ahLst/>
                <a:cxnLst>
                  <a:cxn ang="0">
                    <a:pos x="T0" y="T1"/>
                  </a:cxn>
                  <a:cxn ang="0">
                    <a:pos x="T2" y="T3"/>
                  </a:cxn>
                  <a:cxn ang="0">
                    <a:pos x="T4" y="T5"/>
                  </a:cxn>
                  <a:cxn ang="0">
                    <a:pos x="T6" y="T7"/>
                  </a:cxn>
                  <a:cxn ang="0">
                    <a:pos x="T8" y="T9"/>
                  </a:cxn>
                  <a:cxn ang="0">
                    <a:pos x="T10" y="T11"/>
                  </a:cxn>
                </a:cxnLst>
                <a:rect l="0" t="0" r="r" b="b"/>
                <a:pathLst>
                  <a:path w="52" h="59">
                    <a:moveTo>
                      <a:pt x="0" y="59"/>
                    </a:moveTo>
                    <a:cubicBezTo>
                      <a:pt x="0" y="26"/>
                      <a:pt x="0" y="26"/>
                      <a:pt x="0" y="26"/>
                    </a:cubicBezTo>
                    <a:cubicBezTo>
                      <a:pt x="0" y="11"/>
                      <a:pt x="12" y="0"/>
                      <a:pt x="26" y="0"/>
                    </a:cubicBezTo>
                    <a:cubicBezTo>
                      <a:pt x="26" y="0"/>
                      <a:pt x="26" y="0"/>
                      <a:pt x="26" y="0"/>
                    </a:cubicBezTo>
                    <a:cubicBezTo>
                      <a:pt x="41" y="0"/>
                      <a:pt x="52" y="11"/>
                      <a:pt x="52" y="26"/>
                    </a:cubicBezTo>
                    <a:cubicBezTo>
                      <a:pt x="52" y="59"/>
                      <a:pt x="52" y="59"/>
                      <a:pt x="52" y="59"/>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3" name="Freeform 28">
                <a:extLst>
                  <a:ext uri="{FF2B5EF4-FFF2-40B4-BE49-F238E27FC236}">
                    <a16:creationId xmlns:a16="http://schemas.microsoft.com/office/drawing/2014/main" id="{29275529-321D-4185-A597-19E50C9E3280}"/>
                  </a:ext>
                </a:extLst>
              </p:cNvPr>
              <p:cNvSpPr>
                <a:spLocks/>
              </p:cNvSpPr>
              <p:nvPr/>
            </p:nvSpPr>
            <p:spPr bwMode="auto">
              <a:xfrm>
                <a:off x="-2308415" y="3317594"/>
                <a:ext cx="652462" cy="477838"/>
              </a:xfrm>
              <a:custGeom>
                <a:avLst/>
                <a:gdLst>
                  <a:gd name="T0" fmla="*/ 75 w 75"/>
                  <a:gd name="T1" fmla="*/ 44 h 55"/>
                  <a:gd name="T2" fmla="*/ 63 w 75"/>
                  <a:gd name="T3" fmla="*/ 55 h 55"/>
                  <a:gd name="T4" fmla="*/ 12 w 75"/>
                  <a:gd name="T5" fmla="*/ 55 h 55"/>
                  <a:gd name="T6" fmla="*/ 0 w 75"/>
                  <a:gd name="T7" fmla="*/ 44 h 55"/>
                  <a:gd name="T8" fmla="*/ 0 w 75"/>
                  <a:gd name="T9" fmla="*/ 11 h 55"/>
                  <a:gd name="T10" fmla="*/ 12 w 75"/>
                  <a:gd name="T11" fmla="*/ 0 h 55"/>
                  <a:gd name="T12" fmla="*/ 63 w 75"/>
                  <a:gd name="T13" fmla="*/ 0 h 55"/>
                  <a:gd name="T14" fmla="*/ 75 w 75"/>
                  <a:gd name="T15" fmla="*/ 11 h 55"/>
                  <a:gd name="T16" fmla="*/ 75 w 75"/>
                  <a:gd name="T17" fmla="*/ 44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5">
                    <a:moveTo>
                      <a:pt x="75" y="44"/>
                    </a:moveTo>
                    <a:cubicBezTo>
                      <a:pt x="75" y="50"/>
                      <a:pt x="70" y="55"/>
                      <a:pt x="63" y="55"/>
                    </a:cubicBezTo>
                    <a:cubicBezTo>
                      <a:pt x="12" y="55"/>
                      <a:pt x="12" y="55"/>
                      <a:pt x="12" y="55"/>
                    </a:cubicBezTo>
                    <a:cubicBezTo>
                      <a:pt x="5" y="55"/>
                      <a:pt x="0" y="50"/>
                      <a:pt x="0" y="44"/>
                    </a:cubicBezTo>
                    <a:cubicBezTo>
                      <a:pt x="0" y="11"/>
                      <a:pt x="0" y="11"/>
                      <a:pt x="0" y="11"/>
                    </a:cubicBezTo>
                    <a:cubicBezTo>
                      <a:pt x="0" y="5"/>
                      <a:pt x="5" y="0"/>
                      <a:pt x="12" y="0"/>
                    </a:cubicBezTo>
                    <a:cubicBezTo>
                      <a:pt x="63" y="0"/>
                      <a:pt x="63" y="0"/>
                      <a:pt x="63" y="0"/>
                    </a:cubicBezTo>
                    <a:cubicBezTo>
                      <a:pt x="70" y="0"/>
                      <a:pt x="75" y="5"/>
                      <a:pt x="75" y="11"/>
                    </a:cubicBezTo>
                    <a:lnTo>
                      <a:pt x="75" y="44"/>
                    </a:ln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5" name="Oval 30">
                <a:extLst>
                  <a:ext uri="{FF2B5EF4-FFF2-40B4-BE49-F238E27FC236}">
                    <a16:creationId xmlns:a16="http://schemas.microsoft.com/office/drawing/2014/main" id="{D856AA7A-E74A-4B75-8E56-A7C118BD234E}"/>
                  </a:ext>
                </a:extLst>
              </p:cNvPr>
              <p:cNvSpPr>
                <a:spLocks noChangeArrowheads="1"/>
              </p:cNvSpPr>
              <p:nvPr/>
            </p:nvSpPr>
            <p:spPr bwMode="auto">
              <a:xfrm>
                <a:off x="-2021077" y="3396969"/>
                <a:ext cx="85725" cy="95250"/>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6" name="Freeform 31">
                <a:extLst>
                  <a:ext uri="{FF2B5EF4-FFF2-40B4-BE49-F238E27FC236}">
                    <a16:creationId xmlns:a16="http://schemas.microsoft.com/office/drawing/2014/main" id="{4E0A33C8-6A9E-4F07-A74E-DB2E84C55D3E}"/>
                  </a:ext>
                </a:extLst>
              </p:cNvPr>
              <p:cNvSpPr>
                <a:spLocks/>
              </p:cNvSpPr>
              <p:nvPr/>
            </p:nvSpPr>
            <p:spPr bwMode="auto">
              <a:xfrm>
                <a:off x="-2005202" y="3482694"/>
                <a:ext cx="52387" cy="130175"/>
              </a:xfrm>
              <a:custGeom>
                <a:avLst/>
                <a:gdLst>
                  <a:gd name="T0" fmla="*/ 6 w 6"/>
                  <a:gd name="T1" fmla="*/ 0 h 15"/>
                  <a:gd name="T2" fmla="*/ 6 w 6"/>
                  <a:gd name="T3" fmla="*/ 13 h 15"/>
                  <a:gd name="T4" fmla="*/ 3 w 6"/>
                  <a:gd name="T5" fmla="*/ 15 h 15"/>
                  <a:gd name="T6" fmla="*/ 3 w 6"/>
                  <a:gd name="T7" fmla="*/ 15 h 15"/>
                  <a:gd name="T8" fmla="*/ 0 w 6"/>
                  <a:gd name="T9" fmla="*/ 13 h 15"/>
                  <a:gd name="T10" fmla="*/ 0 w 6"/>
                  <a:gd name="T11" fmla="*/ 0 h 15"/>
                </a:gdLst>
                <a:ahLst/>
                <a:cxnLst>
                  <a:cxn ang="0">
                    <a:pos x="T0" y="T1"/>
                  </a:cxn>
                  <a:cxn ang="0">
                    <a:pos x="T2" y="T3"/>
                  </a:cxn>
                  <a:cxn ang="0">
                    <a:pos x="T4" y="T5"/>
                  </a:cxn>
                  <a:cxn ang="0">
                    <a:pos x="T6" y="T7"/>
                  </a:cxn>
                  <a:cxn ang="0">
                    <a:pos x="T8" y="T9"/>
                  </a:cxn>
                  <a:cxn ang="0">
                    <a:pos x="T10" y="T11"/>
                  </a:cxn>
                </a:cxnLst>
                <a:rect l="0" t="0" r="r" b="b"/>
                <a:pathLst>
                  <a:path w="6" h="15">
                    <a:moveTo>
                      <a:pt x="6" y="0"/>
                    </a:moveTo>
                    <a:cubicBezTo>
                      <a:pt x="6" y="13"/>
                      <a:pt x="6" y="13"/>
                      <a:pt x="6" y="13"/>
                    </a:cubicBezTo>
                    <a:cubicBezTo>
                      <a:pt x="6" y="14"/>
                      <a:pt x="4" y="15"/>
                      <a:pt x="3" y="15"/>
                    </a:cubicBezTo>
                    <a:cubicBezTo>
                      <a:pt x="3" y="15"/>
                      <a:pt x="3" y="15"/>
                      <a:pt x="3" y="15"/>
                    </a:cubicBezTo>
                    <a:cubicBezTo>
                      <a:pt x="1" y="15"/>
                      <a:pt x="0" y="14"/>
                      <a:pt x="0" y="13"/>
                    </a:cubicBezTo>
                    <a:cubicBezTo>
                      <a:pt x="0" y="0"/>
                      <a:pt x="0" y="0"/>
                      <a:pt x="0" y="0"/>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grpSp>
        <p:nvGrpSpPr>
          <p:cNvPr id="128" name="Group 127">
            <a:extLst>
              <a:ext uri="{FF2B5EF4-FFF2-40B4-BE49-F238E27FC236}">
                <a16:creationId xmlns:a16="http://schemas.microsoft.com/office/drawing/2014/main" id="{F925F70B-7A02-473B-AA78-AC67777FFFA3}"/>
              </a:ext>
            </a:extLst>
          </p:cNvPr>
          <p:cNvGrpSpPr/>
          <p:nvPr/>
        </p:nvGrpSpPr>
        <p:grpSpPr>
          <a:xfrm>
            <a:off x="9305029" y="2332973"/>
            <a:ext cx="441823" cy="632446"/>
            <a:chOff x="9521825" y="992188"/>
            <a:chExt cx="1493844" cy="2138363"/>
          </a:xfrm>
        </p:grpSpPr>
        <p:sp>
          <p:nvSpPr>
            <p:cNvPr id="113" name="Freeform 35">
              <a:extLst>
                <a:ext uri="{FF2B5EF4-FFF2-40B4-BE49-F238E27FC236}">
                  <a16:creationId xmlns:a16="http://schemas.microsoft.com/office/drawing/2014/main" id="{E7FD4B2C-155F-497D-8112-3F34AEC88563}"/>
                </a:ext>
              </a:extLst>
            </p:cNvPr>
            <p:cNvSpPr>
              <a:spLocks/>
            </p:cNvSpPr>
            <p:nvPr/>
          </p:nvSpPr>
          <p:spPr bwMode="auto">
            <a:xfrm>
              <a:off x="9807575" y="992188"/>
              <a:ext cx="944562" cy="1774825"/>
            </a:xfrm>
            <a:custGeom>
              <a:avLst/>
              <a:gdLst>
                <a:gd name="T0" fmla="*/ 109 w 109"/>
                <a:gd name="T1" fmla="*/ 190 h 205"/>
                <a:gd name="T2" fmla="*/ 94 w 109"/>
                <a:gd name="T3" fmla="*/ 205 h 205"/>
                <a:gd name="T4" fmla="*/ 15 w 109"/>
                <a:gd name="T5" fmla="*/ 205 h 205"/>
                <a:gd name="T6" fmla="*/ 0 w 109"/>
                <a:gd name="T7" fmla="*/ 190 h 205"/>
                <a:gd name="T8" fmla="*/ 0 w 109"/>
                <a:gd name="T9" fmla="*/ 15 h 205"/>
                <a:gd name="T10" fmla="*/ 15 w 109"/>
                <a:gd name="T11" fmla="*/ 0 h 205"/>
                <a:gd name="T12" fmla="*/ 94 w 109"/>
                <a:gd name="T13" fmla="*/ 0 h 205"/>
                <a:gd name="T14" fmla="*/ 109 w 109"/>
                <a:gd name="T15" fmla="*/ 15 h 205"/>
                <a:gd name="T16" fmla="*/ 109 w 109"/>
                <a:gd name="T17" fmla="*/ 19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205">
                  <a:moveTo>
                    <a:pt x="109" y="190"/>
                  </a:moveTo>
                  <a:cubicBezTo>
                    <a:pt x="109" y="198"/>
                    <a:pt x="103" y="205"/>
                    <a:pt x="94" y="205"/>
                  </a:cubicBezTo>
                  <a:cubicBezTo>
                    <a:pt x="15" y="205"/>
                    <a:pt x="15" y="205"/>
                    <a:pt x="15" y="205"/>
                  </a:cubicBezTo>
                  <a:cubicBezTo>
                    <a:pt x="7" y="205"/>
                    <a:pt x="0" y="198"/>
                    <a:pt x="0" y="190"/>
                  </a:cubicBezTo>
                  <a:cubicBezTo>
                    <a:pt x="0" y="15"/>
                    <a:pt x="0" y="15"/>
                    <a:pt x="0" y="15"/>
                  </a:cubicBezTo>
                  <a:cubicBezTo>
                    <a:pt x="0" y="7"/>
                    <a:pt x="7" y="0"/>
                    <a:pt x="15" y="0"/>
                  </a:cubicBezTo>
                  <a:cubicBezTo>
                    <a:pt x="94" y="0"/>
                    <a:pt x="94" y="0"/>
                    <a:pt x="94" y="0"/>
                  </a:cubicBezTo>
                  <a:cubicBezTo>
                    <a:pt x="103" y="0"/>
                    <a:pt x="109" y="7"/>
                    <a:pt x="109" y="15"/>
                  </a:cubicBezTo>
                  <a:lnTo>
                    <a:pt x="109" y="190"/>
                  </a:ln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5" name="Oval 37">
              <a:extLst>
                <a:ext uri="{FF2B5EF4-FFF2-40B4-BE49-F238E27FC236}">
                  <a16:creationId xmlns:a16="http://schemas.microsoft.com/office/drawing/2014/main" id="{4E7F8FB6-090E-4419-9DAB-4B6E55A19A6B}"/>
                </a:ext>
              </a:extLst>
            </p:cNvPr>
            <p:cNvSpPr>
              <a:spLocks noChangeArrowheads="1"/>
            </p:cNvSpPr>
            <p:nvPr/>
          </p:nvSpPr>
          <p:spPr bwMode="auto">
            <a:xfrm>
              <a:off x="10213975" y="2568575"/>
              <a:ext cx="130175" cy="128588"/>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6" name="Freeform 38">
              <a:extLst>
                <a:ext uri="{FF2B5EF4-FFF2-40B4-BE49-F238E27FC236}">
                  <a16:creationId xmlns:a16="http://schemas.microsoft.com/office/drawing/2014/main" id="{E5C2ABF3-BA5D-46D1-823F-DE172A7DA06A}"/>
                </a:ext>
              </a:extLst>
            </p:cNvPr>
            <p:cNvSpPr>
              <a:spLocks/>
            </p:cNvSpPr>
            <p:nvPr/>
          </p:nvSpPr>
          <p:spPr bwMode="auto">
            <a:xfrm>
              <a:off x="9521825" y="1719263"/>
              <a:ext cx="449262" cy="1185863"/>
            </a:xfrm>
            <a:custGeom>
              <a:avLst/>
              <a:gdLst>
                <a:gd name="T0" fmla="*/ 39 w 52"/>
                <a:gd name="T1" fmla="*/ 129 h 137"/>
                <a:gd name="T2" fmla="*/ 33 w 52"/>
                <a:gd name="T3" fmla="*/ 76 h 137"/>
                <a:gd name="T4" fmla="*/ 33 w 52"/>
                <a:gd name="T5" fmla="*/ 30 h 137"/>
                <a:gd name="T6" fmla="*/ 0 w 52"/>
                <a:gd name="T7" fmla="*/ 9 h 137"/>
                <a:gd name="T8" fmla="*/ 0 w 52"/>
                <a:gd name="T9" fmla="*/ 137 h 137"/>
              </a:gdLst>
              <a:ahLst/>
              <a:cxnLst>
                <a:cxn ang="0">
                  <a:pos x="T0" y="T1"/>
                </a:cxn>
                <a:cxn ang="0">
                  <a:pos x="T2" y="T3"/>
                </a:cxn>
                <a:cxn ang="0">
                  <a:pos x="T4" y="T5"/>
                </a:cxn>
                <a:cxn ang="0">
                  <a:pos x="T6" y="T7"/>
                </a:cxn>
                <a:cxn ang="0">
                  <a:pos x="T8" y="T9"/>
                </a:cxn>
              </a:cxnLst>
              <a:rect l="0" t="0" r="r" b="b"/>
              <a:pathLst>
                <a:path w="52" h="137">
                  <a:moveTo>
                    <a:pt x="39" y="129"/>
                  </a:moveTo>
                  <a:cubicBezTo>
                    <a:pt x="52" y="101"/>
                    <a:pt x="33" y="76"/>
                    <a:pt x="33" y="76"/>
                  </a:cubicBezTo>
                  <a:cubicBezTo>
                    <a:pt x="33" y="30"/>
                    <a:pt x="33" y="30"/>
                    <a:pt x="33" y="30"/>
                  </a:cubicBezTo>
                  <a:cubicBezTo>
                    <a:pt x="26" y="0"/>
                    <a:pt x="0" y="9"/>
                    <a:pt x="0" y="9"/>
                  </a:cubicBezTo>
                  <a:cubicBezTo>
                    <a:pt x="0" y="137"/>
                    <a:pt x="0" y="137"/>
                    <a:pt x="0" y="137"/>
                  </a:cubicBezTo>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7" name="Freeform 39">
              <a:extLst>
                <a:ext uri="{FF2B5EF4-FFF2-40B4-BE49-F238E27FC236}">
                  <a16:creationId xmlns:a16="http://schemas.microsoft.com/office/drawing/2014/main" id="{9C433E23-FEF2-41D3-B1F1-956FF2D2C4DA}"/>
                </a:ext>
              </a:extLst>
            </p:cNvPr>
            <p:cNvSpPr>
              <a:spLocks/>
            </p:cNvSpPr>
            <p:nvPr/>
          </p:nvSpPr>
          <p:spPr bwMode="auto">
            <a:xfrm>
              <a:off x="10344150" y="2767013"/>
              <a:ext cx="242887" cy="363538"/>
            </a:xfrm>
            <a:custGeom>
              <a:avLst/>
              <a:gdLst>
                <a:gd name="T0" fmla="*/ 0 w 28"/>
                <a:gd name="T1" fmla="*/ 42 h 42"/>
                <a:gd name="T2" fmla="*/ 28 w 28"/>
                <a:gd name="T3" fmla="*/ 0 h 42"/>
              </a:gdLst>
              <a:ahLst/>
              <a:cxnLst>
                <a:cxn ang="0">
                  <a:pos x="T0" y="T1"/>
                </a:cxn>
                <a:cxn ang="0">
                  <a:pos x="T2" y="T3"/>
                </a:cxn>
              </a:cxnLst>
              <a:rect l="0" t="0" r="r" b="b"/>
              <a:pathLst>
                <a:path w="28" h="42">
                  <a:moveTo>
                    <a:pt x="0" y="42"/>
                  </a:moveTo>
                  <a:cubicBezTo>
                    <a:pt x="0" y="42"/>
                    <a:pt x="14" y="33"/>
                    <a:pt x="28" y="0"/>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9" name="Freeform 41">
              <a:extLst>
                <a:ext uri="{FF2B5EF4-FFF2-40B4-BE49-F238E27FC236}">
                  <a16:creationId xmlns:a16="http://schemas.microsoft.com/office/drawing/2014/main" id="{72DF7846-B77E-4A95-AD62-CC43EF4863FE}"/>
                </a:ext>
              </a:extLst>
            </p:cNvPr>
            <p:cNvSpPr>
              <a:spLocks/>
            </p:cNvSpPr>
            <p:nvPr/>
          </p:nvSpPr>
          <p:spPr bwMode="auto">
            <a:xfrm>
              <a:off x="10552113" y="1779588"/>
              <a:ext cx="390525" cy="268288"/>
            </a:xfrm>
            <a:custGeom>
              <a:avLst/>
              <a:gdLst>
                <a:gd name="T0" fmla="*/ 44 w 45"/>
                <a:gd name="T1" fmla="*/ 10 h 31"/>
                <a:gd name="T2" fmla="*/ 35 w 45"/>
                <a:gd name="T3" fmla="*/ 25 h 31"/>
                <a:gd name="T4" fmla="*/ 16 w 45"/>
                <a:gd name="T5" fmla="*/ 30 h 31"/>
                <a:gd name="T6" fmla="*/ 1 w 45"/>
                <a:gd name="T7" fmla="*/ 20 h 31"/>
                <a:gd name="T8" fmla="*/ 1 w 45"/>
                <a:gd name="T9" fmla="*/ 20 h 31"/>
                <a:gd name="T10" fmla="*/ 11 w 45"/>
                <a:gd name="T11" fmla="*/ 6 h 31"/>
                <a:gd name="T12" fmla="*/ 29 w 45"/>
                <a:gd name="T13" fmla="*/ 1 h 31"/>
                <a:gd name="T14" fmla="*/ 44 w 45"/>
                <a:gd name="T15" fmla="*/ 1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31">
                  <a:moveTo>
                    <a:pt x="44" y="10"/>
                  </a:moveTo>
                  <a:cubicBezTo>
                    <a:pt x="45" y="17"/>
                    <a:pt x="41" y="24"/>
                    <a:pt x="35" y="25"/>
                  </a:cubicBezTo>
                  <a:cubicBezTo>
                    <a:pt x="16" y="30"/>
                    <a:pt x="16" y="30"/>
                    <a:pt x="16" y="30"/>
                  </a:cubicBezTo>
                  <a:cubicBezTo>
                    <a:pt x="10" y="31"/>
                    <a:pt x="3" y="27"/>
                    <a:pt x="1" y="20"/>
                  </a:cubicBezTo>
                  <a:cubicBezTo>
                    <a:pt x="1" y="20"/>
                    <a:pt x="1" y="20"/>
                    <a:pt x="1" y="20"/>
                  </a:cubicBezTo>
                  <a:cubicBezTo>
                    <a:pt x="0" y="14"/>
                    <a:pt x="4" y="7"/>
                    <a:pt x="11" y="6"/>
                  </a:cubicBezTo>
                  <a:cubicBezTo>
                    <a:pt x="29" y="1"/>
                    <a:pt x="29" y="1"/>
                    <a:pt x="29" y="1"/>
                  </a:cubicBezTo>
                  <a:cubicBezTo>
                    <a:pt x="36" y="0"/>
                    <a:pt x="42" y="4"/>
                    <a:pt x="44" y="10"/>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20" name="Freeform 42">
              <a:extLst>
                <a:ext uri="{FF2B5EF4-FFF2-40B4-BE49-F238E27FC236}">
                  <a16:creationId xmlns:a16="http://schemas.microsoft.com/office/drawing/2014/main" id="{4CCE539D-39E3-415D-AF8F-2797D04DE5F9}"/>
                </a:ext>
              </a:extLst>
            </p:cNvPr>
            <p:cNvSpPr>
              <a:spLocks/>
            </p:cNvSpPr>
            <p:nvPr/>
          </p:nvSpPr>
          <p:spPr bwMode="auto">
            <a:xfrm>
              <a:off x="10587038" y="2039938"/>
              <a:ext cx="320675" cy="215900"/>
            </a:xfrm>
            <a:custGeom>
              <a:avLst/>
              <a:gdLst>
                <a:gd name="T0" fmla="*/ 36 w 37"/>
                <a:gd name="T1" fmla="*/ 9 h 25"/>
                <a:gd name="T2" fmla="*/ 27 w 37"/>
                <a:gd name="T3" fmla="*/ 22 h 25"/>
                <a:gd name="T4" fmla="*/ 14 w 37"/>
                <a:gd name="T5" fmla="*/ 24 h 25"/>
                <a:gd name="T6" fmla="*/ 1 w 37"/>
                <a:gd name="T7" fmla="*/ 16 h 25"/>
                <a:gd name="T8" fmla="*/ 1 w 37"/>
                <a:gd name="T9" fmla="*/ 16 h 25"/>
                <a:gd name="T10" fmla="*/ 10 w 37"/>
                <a:gd name="T11" fmla="*/ 3 h 25"/>
                <a:gd name="T12" fmla="*/ 23 w 37"/>
                <a:gd name="T13" fmla="*/ 1 h 25"/>
                <a:gd name="T14" fmla="*/ 36 w 37"/>
                <a:gd name="T15" fmla="*/ 9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5">
                  <a:moveTo>
                    <a:pt x="36" y="9"/>
                  </a:moveTo>
                  <a:cubicBezTo>
                    <a:pt x="37" y="15"/>
                    <a:pt x="33" y="21"/>
                    <a:pt x="27" y="22"/>
                  </a:cubicBezTo>
                  <a:cubicBezTo>
                    <a:pt x="14" y="24"/>
                    <a:pt x="14" y="24"/>
                    <a:pt x="14" y="24"/>
                  </a:cubicBezTo>
                  <a:cubicBezTo>
                    <a:pt x="8" y="25"/>
                    <a:pt x="3" y="22"/>
                    <a:pt x="1" y="16"/>
                  </a:cubicBezTo>
                  <a:cubicBezTo>
                    <a:pt x="1" y="16"/>
                    <a:pt x="1" y="16"/>
                    <a:pt x="1" y="16"/>
                  </a:cubicBezTo>
                  <a:cubicBezTo>
                    <a:pt x="0" y="10"/>
                    <a:pt x="4" y="5"/>
                    <a:pt x="10" y="3"/>
                  </a:cubicBezTo>
                  <a:cubicBezTo>
                    <a:pt x="23" y="1"/>
                    <a:pt x="23" y="1"/>
                    <a:pt x="23" y="1"/>
                  </a:cubicBezTo>
                  <a:cubicBezTo>
                    <a:pt x="29" y="0"/>
                    <a:pt x="35" y="3"/>
                    <a:pt x="36" y="9"/>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21" name="Freeform 43">
              <a:extLst>
                <a:ext uri="{FF2B5EF4-FFF2-40B4-BE49-F238E27FC236}">
                  <a16:creationId xmlns:a16="http://schemas.microsoft.com/office/drawing/2014/main" id="{0030C638-27F5-4A20-8C84-D4C9565ED39F}"/>
                </a:ext>
              </a:extLst>
            </p:cNvPr>
            <p:cNvSpPr>
              <a:spLocks/>
            </p:cNvSpPr>
            <p:nvPr/>
          </p:nvSpPr>
          <p:spPr bwMode="auto">
            <a:xfrm>
              <a:off x="10577513" y="2273300"/>
              <a:ext cx="285750" cy="217488"/>
            </a:xfrm>
            <a:custGeom>
              <a:avLst/>
              <a:gdLst>
                <a:gd name="T0" fmla="*/ 32 w 33"/>
                <a:gd name="T1" fmla="*/ 9 h 25"/>
                <a:gd name="T2" fmla="*/ 25 w 33"/>
                <a:gd name="T3" fmla="*/ 21 h 25"/>
                <a:gd name="T4" fmla="*/ 13 w 33"/>
                <a:gd name="T5" fmla="*/ 23 h 25"/>
                <a:gd name="T6" fmla="*/ 2 w 33"/>
                <a:gd name="T7" fmla="*/ 16 h 25"/>
                <a:gd name="T8" fmla="*/ 2 w 33"/>
                <a:gd name="T9" fmla="*/ 16 h 25"/>
                <a:gd name="T10" fmla="*/ 9 w 33"/>
                <a:gd name="T11" fmla="*/ 4 h 25"/>
                <a:gd name="T12" fmla="*/ 20 w 33"/>
                <a:gd name="T13" fmla="*/ 2 h 25"/>
                <a:gd name="T14" fmla="*/ 32 w 33"/>
                <a:gd name="T15" fmla="*/ 9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25">
                  <a:moveTo>
                    <a:pt x="32" y="9"/>
                  </a:moveTo>
                  <a:cubicBezTo>
                    <a:pt x="33" y="14"/>
                    <a:pt x="30" y="19"/>
                    <a:pt x="25" y="21"/>
                  </a:cubicBezTo>
                  <a:cubicBezTo>
                    <a:pt x="13" y="23"/>
                    <a:pt x="13" y="23"/>
                    <a:pt x="13" y="23"/>
                  </a:cubicBezTo>
                  <a:cubicBezTo>
                    <a:pt x="8" y="25"/>
                    <a:pt x="3" y="21"/>
                    <a:pt x="2" y="16"/>
                  </a:cubicBezTo>
                  <a:cubicBezTo>
                    <a:pt x="2" y="16"/>
                    <a:pt x="2" y="16"/>
                    <a:pt x="2" y="16"/>
                  </a:cubicBezTo>
                  <a:cubicBezTo>
                    <a:pt x="0" y="11"/>
                    <a:pt x="4" y="6"/>
                    <a:pt x="9" y="4"/>
                  </a:cubicBezTo>
                  <a:cubicBezTo>
                    <a:pt x="20" y="2"/>
                    <a:pt x="20" y="2"/>
                    <a:pt x="20" y="2"/>
                  </a:cubicBezTo>
                  <a:cubicBezTo>
                    <a:pt x="26" y="0"/>
                    <a:pt x="31" y="3"/>
                    <a:pt x="32" y="9"/>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54" name="Freeform 41">
              <a:extLst>
                <a:ext uri="{FF2B5EF4-FFF2-40B4-BE49-F238E27FC236}">
                  <a16:creationId xmlns:a16="http://schemas.microsoft.com/office/drawing/2014/main" id="{395E254A-6503-4BAB-8128-7840CA1C75B2}"/>
                </a:ext>
              </a:extLst>
            </p:cNvPr>
            <p:cNvSpPr>
              <a:spLocks/>
            </p:cNvSpPr>
            <p:nvPr/>
          </p:nvSpPr>
          <p:spPr bwMode="auto">
            <a:xfrm>
              <a:off x="10625143" y="1455003"/>
              <a:ext cx="390526" cy="268287"/>
            </a:xfrm>
            <a:custGeom>
              <a:avLst/>
              <a:gdLst>
                <a:gd name="T0" fmla="*/ 44 w 45"/>
                <a:gd name="T1" fmla="*/ 10 h 31"/>
                <a:gd name="T2" fmla="*/ 35 w 45"/>
                <a:gd name="T3" fmla="*/ 25 h 31"/>
                <a:gd name="T4" fmla="*/ 16 w 45"/>
                <a:gd name="T5" fmla="*/ 30 h 31"/>
                <a:gd name="T6" fmla="*/ 1 w 45"/>
                <a:gd name="T7" fmla="*/ 20 h 31"/>
                <a:gd name="T8" fmla="*/ 1 w 45"/>
                <a:gd name="T9" fmla="*/ 20 h 31"/>
                <a:gd name="T10" fmla="*/ 11 w 45"/>
                <a:gd name="T11" fmla="*/ 6 h 31"/>
                <a:gd name="T12" fmla="*/ 29 w 45"/>
                <a:gd name="T13" fmla="*/ 1 h 31"/>
                <a:gd name="T14" fmla="*/ 44 w 45"/>
                <a:gd name="T15" fmla="*/ 1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31">
                  <a:moveTo>
                    <a:pt x="44" y="10"/>
                  </a:moveTo>
                  <a:cubicBezTo>
                    <a:pt x="45" y="17"/>
                    <a:pt x="41" y="24"/>
                    <a:pt x="35" y="25"/>
                  </a:cubicBezTo>
                  <a:cubicBezTo>
                    <a:pt x="16" y="30"/>
                    <a:pt x="16" y="30"/>
                    <a:pt x="16" y="30"/>
                  </a:cubicBezTo>
                  <a:cubicBezTo>
                    <a:pt x="10" y="31"/>
                    <a:pt x="3" y="27"/>
                    <a:pt x="1" y="20"/>
                  </a:cubicBezTo>
                  <a:cubicBezTo>
                    <a:pt x="1" y="20"/>
                    <a:pt x="1" y="20"/>
                    <a:pt x="1" y="20"/>
                  </a:cubicBezTo>
                  <a:cubicBezTo>
                    <a:pt x="0" y="14"/>
                    <a:pt x="4" y="7"/>
                    <a:pt x="11" y="6"/>
                  </a:cubicBezTo>
                  <a:cubicBezTo>
                    <a:pt x="29" y="1"/>
                    <a:pt x="29" y="1"/>
                    <a:pt x="29" y="1"/>
                  </a:cubicBezTo>
                  <a:cubicBezTo>
                    <a:pt x="36" y="0"/>
                    <a:pt x="42" y="4"/>
                    <a:pt x="44" y="10"/>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94D7F7CD-25A5-487E-8E1E-5DE94237F59B}"/>
              </a:ext>
            </a:extLst>
          </p:cNvPr>
          <p:cNvGrpSpPr/>
          <p:nvPr/>
        </p:nvGrpSpPr>
        <p:grpSpPr>
          <a:xfrm>
            <a:off x="5572623" y="2052686"/>
            <a:ext cx="1041214" cy="1075405"/>
            <a:chOff x="-1207351" y="2238971"/>
            <a:chExt cx="1041214" cy="1075405"/>
          </a:xfrm>
        </p:grpSpPr>
        <p:sp>
          <p:nvSpPr>
            <p:cNvPr id="137" name="Oval 9">
              <a:extLst>
                <a:ext uri="{FF2B5EF4-FFF2-40B4-BE49-F238E27FC236}">
                  <a16:creationId xmlns:a16="http://schemas.microsoft.com/office/drawing/2014/main" id="{EB168216-A7EB-45E6-AE71-765DBB44EBE5}"/>
                </a:ext>
              </a:extLst>
            </p:cNvPr>
            <p:cNvSpPr>
              <a:spLocks noChangeArrowheads="1"/>
            </p:cNvSpPr>
            <p:nvPr/>
          </p:nvSpPr>
          <p:spPr bwMode="auto">
            <a:xfrm>
              <a:off x="-1054303" y="2392018"/>
              <a:ext cx="770124" cy="770124"/>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8" name="Freeform 10">
              <a:extLst>
                <a:ext uri="{FF2B5EF4-FFF2-40B4-BE49-F238E27FC236}">
                  <a16:creationId xmlns:a16="http://schemas.microsoft.com/office/drawing/2014/main" id="{5B020A2A-FE01-438F-8D5D-507CCAE3ECF1}"/>
                </a:ext>
              </a:extLst>
            </p:cNvPr>
            <p:cNvSpPr>
              <a:spLocks/>
            </p:cNvSpPr>
            <p:nvPr/>
          </p:nvSpPr>
          <p:spPr bwMode="auto">
            <a:xfrm>
              <a:off x="-1099078" y="2318751"/>
              <a:ext cx="429837" cy="298769"/>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9" name="Freeform 11">
              <a:extLst>
                <a:ext uri="{FF2B5EF4-FFF2-40B4-BE49-F238E27FC236}">
                  <a16:creationId xmlns:a16="http://schemas.microsoft.com/office/drawing/2014/main" id="{4DA870B2-8418-4DFB-93DB-4894300AE355}"/>
                </a:ext>
              </a:extLst>
            </p:cNvPr>
            <p:cNvSpPr>
              <a:spLocks/>
            </p:cNvSpPr>
            <p:nvPr/>
          </p:nvSpPr>
          <p:spPr bwMode="auto">
            <a:xfrm>
              <a:off x="-1121872" y="2856047"/>
              <a:ext cx="354127" cy="369594"/>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0" name="Freeform 12">
              <a:extLst>
                <a:ext uri="{FF2B5EF4-FFF2-40B4-BE49-F238E27FC236}">
                  <a16:creationId xmlns:a16="http://schemas.microsoft.com/office/drawing/2014/main" id="{BFF19818-ADCB-4A67-974D-538C425F9D4D}"/>
                </a:ext>
              </a:extLst>
            </p:cNvPr>
            <p:cNvSpPr>
              <a:spLocks/>
            </p:cNvSpPr>
            <p:nvPr/>
          </p:nvSpPr>
          <p:spPr bwMode="auto">
            <a:xfrm>
              <a:off x="-459207" y="2522272"/>
              <a:ext cx="251552" cy="66510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1" name="Freeform 13">
              <a:extLst>
                <a:ext uri="{FF2B5EF4-FFF2-40B4-BE49-F238E27FC236}">
                  <a16:creationId xmlns:a16="http://schemas.microsoft.com/office/drawing/2014/main" id="{4CDB7F4D-1950-40AD-BE1D-7D6B5661E557}"/>
                </a:ext>
              </a:extLst>
            </p:cNvPr>
            <p:cNvSpPr>
              <a:spLocks/>
            </p:cNvSpPr>
            <p:nvPr/>
          </p:nvSpPr>
          <p:spPr bwMode="auto">
            <a:xfrm>
              <a:off x="-1207351" y="2540996"/>
              <a:ext cx="56986" cy="334588"/>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2" name="Freeform 14">
              <a:extLst>
                <a:ext uri="{FF2B5EF4-FFF2-40B4-BE49-F238E27FC236}">
                  <a16:creationId xmlns:a16="http://schemas.microsoft.com/office/drawing/2014/main" id="{0DFBA46F-0CB6-4C85-AB52-F00FC13F5880}"/>
                </a:ext>
              </a:extLst>
            </p:cNvPr>
            <p:cNvSpPr>
              <a:spLocks/>
            </p:cNvSpPr>
            <p:nvPr/>
          </p:nvSpPr>
          <p:spPr bwMode="auto">
            <a:xfrm>
              <a:off x="-819033" y="3232154"/>
              <a:ext cx="439606" cy="82222"/>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3" name="Freeform 15">
              <a:extLst>
                <a:ext uri="{FF2B5EF4-FFF2-40B4-BE49-F238E27FC236}">
                  <a16:creationId xmlns:a16="http://schemas.microsoft.com/office/drawing/2014/main" id="{FAF79AD0-4FD0-47E6-AB14-51788B93624B}"/>
                </a:ext>
              </a:extLst>
            </p:cNvPr>
            <p:cNvSpPr>
              <a:spLocks/>
            </p:cNvSpPr>
            <p:nvPr/>
          </p:nvSpPr>
          <p:spPr bwMode="auto">
            <a:xfrm>
              <a:off x="-669241" y="2238971"/>
              <a:ext cx="503104" cy="340287"/>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nvGrpSpPr>
          <p:cNvPr id="146" name="Group 145">
            <a:extLst>
              <a:ext uri="{FF2B5EF4-FFF2-40B4-BE49-F238E27FC236}">
                <a16:creationId xmlns:a16="http://schemas.microsoft.com/office/drawing/2014/main" id="{3913C5B3-71AA-4057-BE3F-81F718C43926}"/>
              </a:ext>
            </a:extLst>
          </p:cNvPr>
          <p:cNvGrpSpPr/>
          <p:nvPr/>
        </p:nvGrpSpPr>
        <p:grpSpPr>
          <a:xfrm>
            <a:off x="8996949" y="2052686"/>
            <a:ext cx="1041214" cy="1075405"/>
            <a:chOff x="-1207351" y="2238971"/>
            <a:chExt cx="1041214" cy="1075405"/>
          </a:xfrm>
        </p:grpSpPr>
        <p:sp>
          <p:nvSpPr>
            <p:cNvPr id="147" name="Oval 9">
              <a:extLst>
                <a:ext uri="{FF2B5EF4-FFF2-40B4-BE49-F238E27FC236}">
                  <a16:creationId xmlns:a16="http://schemas.microsoft.com/office/drawing/2014/main" id="{870EE860-0586-42A7-9BF3-F413078A58AF}"/>
                </a:ext>
              </a:extLst>
            </p:cNvPr>
            <p:cNvSpPr>
              <a:spLocks noChangeArrowheads="1"/>
            </p:cNvSpPr>
            <p:nvPr/>
          </p:nvSpPr>
          <p:spPr bwMode="auto">
            <a:xfrm>
              <a:off x="-1054303" y="2392018"/>
              <a:ext cx="770124" cy="770124"/>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8" name="Freeform 10">
              <a:extLst>
                <a:ext uri="{FF2B5EF4-FFF2-40B4-BE49-F238E27FC236}">
                  <a16:creationId xmlns:a16="http://schemas.microsoft.com/office/drawing/2014/main" id="{0BD433D7-A1B8-4061-98F8-638A73C2AB40}"/>
                </a:ext>
              </a:extLst>
            </p:cNvPr>
            <p:cNvSpPr>
              <a:spLocks/>
            </p:cNvSpPr>
            <p:nvPr/>
          </p:nvSpPr>
          <p:spPr bwMode="auto">
            <a:xfrm>
              <a:off x="-1099078" y="2318751"/>
              <a:ext cx="429837" cy="298769"/>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9" name="Freeform 11">
              <a:extLst>
                <a:ext uri="{FF2B5EF4-FFF2-40B4-BE49-F238E27FC236}">
                  <a16:creationId xmlns:a16="http://schemas.microsoft.com/office/drawing/2014/main" id="{D08E61B5-76F8-48BE-AB2C-2F2B217BA929}"/>
                </a:ext>
              </a:extLst>
            </p:cNvPr>
            <p:cNvSpPr>
              <a:spLocks/>
            </p:cNvSpPr>
            <p:nvPr/>
          </p:nvSpPr>
          <p:spPr bwMode="auto">
            <a:xfrm>
              <a:off x="-1121872" y="2856047"/>
              <a:ext cx="354127" cy="369594"/>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0" name="Freeform 12">
              <a:extLst>
                <a:ext uri="{FF2B5EF4-FFF2-40B4-BE49-F238E27FC236}">
                  <a16:creationId xmlns:a16="http://schemas.microsoft.com/office/drawing/2014/main" id="{F2CA497B-4B2F-45C1-A356-ECD636C80945}"/>
                </a:ext>
              </a:extLst>
            </p:cNvPr>
            <p:cNvSpPr>
              <a:spLocks/>
            </p:cNvSpPr>
            <p:nvPr/>
          </p:nvSpPr>
          <p:spPr bwMode="auto">
            <a:xfrm>
              <a:off x="-459207" y="2522272"/>
              <a:ext cx="251552" cy="66510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1" name="Freeform 13">
              <a:extLst>
                <a:ext uri="{FF2B5EF4-FFF2-40B4-BE49-F238E27FC236}">
                  <a16:creationId xmlns:a16="http://schemas.microsoft.com/office/drawing/2014/main" id="{8773A804-DF07-4722-8AA3-141086A1A45D}"/>
                </a:ext>
              </a:extLst>
            </p:cNvPr>
            <p:cNvSpPr>
              <a:spLocks/>
            </p:cNvSpPr>
            <p:nvPr/>
          </p:nvSpPr>
          <p:spPr bwMode="auto">
            <a:xfrm>
              <a:off x="-1207351" y="2540996"/>
              <a:ext cx="56986" cy="334588"/>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2" name="Freeform 14">
              <a:extLst>
                <a:ext uri="{FF2B5EF4-FFF2-40B4-BE49-F238E27FC236}">
                  <a16:creationId xmlns:a16="http://schemas.microsoft.com/office/drawing/2014/main" id="{2CAAE1B3-1E00-4301-8BD7-9E72C8600C19}"/>
                </a:ext>
              </a:extLst>
            </p:cNvPr>
            <p:cNvSpPr>
              <a:spLocks/>
            </p:cNvSpPr>
            <p:nvPr/>
          </p:nvSpPr>
          <p:spPr bwMode="auto">
            <a:xfrm>
              <a:off x="-819033" y="3232154"/>
              <a:ext cx="439606" cy="82222"/>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3" name="Freeform 15">
              <a:extLst>
                <a:ext uri="{FF2B5EF4-FFF2-40B4-BE49-F238E27FC236}">
                  <a16:creationId xmlns:a16="http://schemas.microsoft.com/office/drawing/2014/main" id="{1A469AF8-3D2A-4D2E-8229-F14085CDE502}"/>
                </a:ext>
              </a:extLst>
            </p:cNvPr>
            <p:cNvSpPr>
              <a:spLocks/>
            </p:cNvSpPr>
            <p:nvPr/>
          </p:nvSpPr>
          <p:spPr bwMode="auto">
            <a:xfrm>
              <a:off x="-669241" y="2238971"/>
              <a:ext cx="503104" cy="340287"/>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230361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11C9383-94A4-4BD8-918D-07729644C2C1}"/>
              </a:ext>
            </a:extLst>
          </p:cNvPr>
          <p:cNvSpPr>
            <a:spLocks noGrp="1"/>
          </p:cNvSpPr>
          <p:nvPr>
            <p:ph type="sldNum" sz="quarter" idx="4294967295"/>
          </p:nvPr>
        </p:nvSpPr>
        <p:spPr>
          <a:xfrm>
            <a:off x="11921189" y="6318094"/>
            <a:ext cx="445212" cy="452288"/>
          </a:xfrm>
          <a:prstGeom prst="diamond">
            <a:avLst/>
          </a:prstGeom>
          <a:solidFill>
            <a:schemeClr val="accent4"/>
          </a:solidFill>
        </p:spPr>
        <p:txBody>
          <a:bodyPr lIns="0" tIns="0" rIns="0" bIns="0"/>
          <a:lstStyle>
            <a:defPPr>
              <a:defRPr lang="en-US"/>
            </a:defPPr>
            <a:lvl1pPr marL="0" algn="ctr" defTabSz="457200" rtl="0" eaLnBrk="1" latinLnBrk="0" hangingPunct="1">
              <a:defRPr sz="900" kern="1200">
                <a:solidFill>
                  <a:schemeClr val="bg1"/>
                </a:solidFill>
                <a:latin typeface="Open Sans"/>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6E69268-9C8B-4EBF-A9EE-DC5DC2D48DC3}" type="slidenum">
              <a:rPr lang="en-US" smtClean="0"/>
              <a:pPr/>
              <a:t>13</a:t>
            </a:fld>
            <a:endParaRPr lang="en-US"/>
          </a:p>
        </p:txBody>
      </p:sp>
      <p:sp>
        <p:nvSpPr>
          <p:cNvPr id="3" name="Title 2">
            <a:extLst>
              <a:ext uri="{FF2B5EF4-FFF2-40B4-BE49-F238E27FC236}">
                <a16:creationId xmlns:a16="http://schemas.microsoft.com/office/drawing/2014/main" id="{DB5A2353-1CCC-4E6B-9185-3696E296A071}"/>
              </a:ext>
            </a:extLst>
          </p:cNvPr>
          <p:cNvSpPr>
            <a:spLocks noGrp="1"/>
          </p:cNvSpPr>
          <p:nvPr>
            <p:ph type="title" idx="4294967295"/>
          </p:nvPr>
        </p:nvSpPr>
        <p:spPr>
          <a:xfrm>
            <a:off x="480060" y="234950"/>
            <a:ext cx="10492739" cy="711200"/>
          </a:xfrm>
        </p:spPr>
        <p:txBody>
          <a:bodyPr/>
          <a:lstStyle/>
          <a:p>
            <a:r>
              <a:rPr lang="en-IN">
                <a:solidFill>
                  <a:schemeClr val="accent1"/>
                </a:solidFill>
                <a:latin typeface="Open Sans"/>
              </a:rPr>
              <a:t>Product Roadmap &amp; Go to Market </a:t>
            </a:r>
            <a:r>
              <a:rPr lang="en-IN" b="1">
                <a:solidFill>
                  <a:schemeClr val="accent6"/>
                </a:solidFill>
                <a:latin typeface="Open Sans"/>
              </a:rPr>
              <a:t>Timeline</a:t>
            </a:r>
          </a:p>
        </p:txBody>
      </p:sp>
      <p:sp>
        <p:nvSpPr>
          <p:cNvPr id="29" name="Freeform: Shape 28">
            <a:extLst>
              <a:ext uri="{FF2B5EF4-FFF2-40B4-BE49-F238E27FC236}">
                <a16:creationId xmlns:a16="http://schemas.microsoft.com/office/drawing/2014/main" id="{6EB4DC67-5286-4E88-90B5-D3D6B79E5796}"/>
              </a:ext>
            </a:extLst>
          </p:cNvPr>
          <p:cNvSpPr/>
          <p:nvPr/>
        </p:nvSpPr>
        <p:spPr>
          <a:xfrm>
            <a:off x="1108500" y="3443735"/>
            <a:ext cx="10180115" cy="2457719"/>
          </a:xfrm>
          <a:custGeom>
            <a:avLst/>
            <a:gdLst>
              <a:gd name="connsiteX0" fmla="*/ 9424213 w 9424213"/>
              <a:gd name="connsiteY0" fmla="*/ 0 h 3089999"/>
              <a:gd name="connsiteX1" fmla="*/ 218156 w 9424213"/>
              <a:gd name="connsiteY1" fmla="*/ 3089813 h 3089999"/>
              <a:gd name="connsiteX2" fmla="*/ 197709 w 9424213"/>
              <a:gd name="connsiteY2" fmla="*/ 3089999 h 3089999"/>
              <a:gd name="connsiteX3" fmla="*/ 0 w 9424213"/>
              <a:gd name="connsiteY3" fmla="*/ 2930800 h 3089999"/>
              <a:gd name="connsiteX4" fmla="*/ 9424213 w 9424213"/>
              <a:gd name="connsiteY4" fmla="*/ 0 h 308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4213" h="3089999">
                <a:moveTo>
                  <a:pt x="9424213" y="0"/>
                </a:moveTo>
                <a:lnTo>
                  <a:pt x="218156" y="3089813"/>
                </a:lnTo>
                <a:lnTo>
                  <a:pt x="197709" y="3089999"/>
                </a:lnTo>
                <a:lnTo>
                  <a:pt x="0" y="2930800"/>
                </a:lnTo>
                <a:lnTo>
                  <a:pt x="9424213"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3" name="Oval 12">
            <a:extLst>
              <a:ext uri="{FF2B5EF4-FFF2-40B4-BE49-F238E27FC236}">
                <a16:creationId xmlns:a16="http://schemas.microsoft.com/office/drawing/2014/main" id="{9D923115-E0A8-4FD6-8B07-91335A4D14D3}"/>
              </a:ext>
            </a:extLst>
          </p:cNvPr>
          <p:cNvSpPr/>
          <p:nvPr/>
        </p:nvSpPr>
        <p:spPr>
          <a:xfrm>
            <a:off x="776834" y="5674802"/>
            <a:ext cx="693375" cy="311472"/>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3" name="Oval 42">
            <a:extLst>
              <a:ext uri="{FF2B5EF4-FFF2-40B4-BE49-F238E27FC236}">
                <a16:creationId xmlns:a16="http://schemas.microsoft.com/office/drawing/2014/main" id="{BCE8645F-BA58-4FE2-8FCC-3984E9B23E23}"/>
              </a:ext>
            </a:extLst>
          </p:cNvPr>
          <p:cNvSpPr/>
          <p:nvPr/>
        </p:nvSpPr>
        <p:spPr>
          <a:xfrm flipV="1">
            <a:off x="1000911" y="5774054"/>
            <a:ext cx="245218" cy="11015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5" name="Oval 44">
            <a:extLst>
              <a:ext uri="{FF2B5EF4-FFF2-40B4-BE49-F238E27FC236}">
                <a16:creationId xmlns:a16="http://schemas.microsoft.com/office/drawing/2014/main" id="{E472ED43-822F-4E1D-9840-426CC78CA2C3}"/>
              </a:ext>
            </a:extLst>
          </p:cNvPr>
          <p:cNvSpPr/>
          <p:nvPr/>
        </p:nvSpPr>
        <p:spPr>
          <a:xfrm>
            <a:off x="3331011" y="5120168"/>
            <a:ext cx="633840" cy="284729"/>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7" name="Oval 46">
            <a:extLst>
              <a:ext uri="{FF2B5EF4-FFF2-40B4-BE49-F238E27FC236}">
                <a16:creationId xmlns:a16="http://schemas.microsoft.com/office/drawing/2014/main" id="{54CC123B-6A00-45B2-B9B5-72F7EF341735}"/>
              </a:ext>
            </a:extLst>
          </p:cNvPr>
          <p:cNvSpPr/>
          <p:nvPr/>
        </p:nvSpPr>
        <p:spPr>
          <a:xfrm flipV="1">
            <a:off x="3535851" y="5210897"/>
            <a:ext cx="224163" cy="10069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9" name="Oval 48">
            <a:extLst>
              <a:ext uri="{FF2B5EF4-FFF2-40B4-BE49-F238E27FC236}">
                <a16:creationId xmlns:a16="http://schemas.microsoft.com/office/drawing/2014/main" id="{CA059239-36DA-4607-B140-92248D80145E}"/>
              </a:ext>
            </a:extLst>
          </p:cNvPr>
          <p:cNvSpPr/>
          <p:nvPr/>
        </p:nvSpPr>
        <p:spPr>
          <a:xfrm>
            <a:off x="5825654" y="4553023"/>
            <a:ext cx="520492" cy="233812"/>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1" name="Oval 50">
            <a:extLst>
              <a:ext uri="{FF2B5EF4-FFF2-40B4-BE49-F238E27FC236}">
                <a16:creationId xmlns:a16="http://schemas.microsoft.com/office/drawing/2014/main" id="{E4695610-7443-41A2-8CA5-401FAD026F15}"/>
              </a:ext>
            </a:extLst>
          </p:cNvPr>
          <p:cNvSpPr/>
          <p:nvPr/>
        </p:nvSpPr>
        <p:spPr>
          <a:xfrm flipV="1">
            <a:off x="5993862" y="4627529"/>
            <a:ext cx="184076" cy="8269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3" name="Oval 52">
            <a:extLst>
              <a:ext uri="{FF2B5EF4-FFF2-40B4-BE49-F238E27FC236}">
                <a16:creationId xmlns:a16="http://schemas.microsoft.com/office/drawing/2014/main" id="{9DDBCCDA-19E6-46BB-9A2C-A46C998F8373}"/>
              </a:ext>
            </a:extLst>
          </p:cNvPr>
          <p:cNvSpPr/>
          <p:nvPr/>
        </p:nvSpPr>
        <p:spPr>
          <a:xfrm>
            <a:off x="8206949" y="4020235"/>
            <a:ext cx="439154" cy="197274"/>
          </a:xfrm>
          <a:prstGeom prst="ellipse">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5" name="Oval 54">
            <a:extLst>
              <a:ext uri="{FF2B5EF4-FFF2-40B4-BE49-F238E27FC236}">
                <a16:creationId xmlns:a16="http://schemas.microsoft.com/office/drawing/2014/main" id="{3BAB75A5-9A7C-437C-8BA8-F2CEC4F6F687}"/>
              </a:ext>
            </a:extLst>
          </p:cNvPr>
          <p:cNvSpPr/>
          <p:nvPr/>
        </p:nvSpPr>
        <p:spPr>
          <a:xfrm flipV="1">
            <a:off x="8348872" y="4083098"/>
            <a:ext cx="155311" cy="6976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18" name="Straight Connector 17">
            <a:extLst>
              <a:ext uri="{FF2B5EF4-FFF2-40B4-BE49-F238E27FC236}">
                <a16:creationId xmlns:a16="http://schemas.microsoft.com/office/drawing/2014/main" id="{F6D3C4C1-3A03-41CE-9DB6-E9378458852A}"/>
              </a:ext>
            </a:extLst>
          </p:cNvPr>
          <p:cNvCxnSpPr>
            <a:cxnSpLocks/>
          </p:cNvCxnSpPr>
          <p:nvPr/>
        </p:nvCxnSpPr>
        <p:spPr>
          <a:xfrm>
            <a:off x="1116476" y="1498859"/>
            <a:ext cx="0" cy="432267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76B5A18-7070-4F4D-B429-7C814936783B}"/>
              </a:ext>
            </a:extLst>
          </p:cNvPr>
          <p:cNvCxnSpPr>
            <a:cxnSpLocks/>
          </p:cNvCxnSpPr>
          <p:nvPr/>
        </p:nvCxnSpPr>
        <p:spPr>
          <a:xfrm>
            <a:off x="3647931" y="1498858"/>
            <a:ext cx="0" cy="3724696"/>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A0151DD-0551-41B6-9DEC-62335824A0A8}"/>
              </a:ext>
            </a:extLst>
          </p:cNvPr>
          <p:cNvCxnSpPr>
            <a:cxnSpLocks/>
          </p:cNvCxnSpPr>
          <p:nvPr/>
        </p:nvCxnSpPr>
        <p:spPr>
          <a:xfrm>
            <a:off x="6085900" y="1498859"/>
            <a:ext cx="0" cy="3147457"/>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61E01AA-D061-4E50-AFFD-F9129270459A}"/>
              </a:ext>
            </a:extLst>
          </p:cNvPr>
          <p:cNvCxnSpPr>
            <a:cxnSpLocks/>
            <a:endCxn id="55" idx="4"/>
          </p:cNvCxnSpPr>
          <p:nvPr/>
        </p:nvCxnSpPr>
        <p:spPr>
          <a:xfrm>
            <a:off x="8426527" y="1498859"/>
            <a:ext cx="0" cy="2584239"/>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30737F0-4F43-41D9-A3A4-7B18300E519A}"/>
              </a:ext>
            </a:extLst>
          </p:cNvPr>
          <p:cNvSpPr txBox="1"/>
          <p:nvPr/>
        </p:nvSpPr>
        <p:spPr>
          <a:xfrm>
            <a:off x="1269272" y="1288849"/>
            <a:ext cx="2074046" cy="646331"/>
          </a:xfrm>
          <a:prstGeom prst="rect">
            <a:avLst/>
          </a:prstGeom>
          <a:noFill/>
        </p:spPr>
        <p:txBody>
          <a:bodyPr wrap="square" rtlCol="0">
            <a:spAutoFit/>
          </a:bodyPr>
          <a:lstStyle/>
          <a:p>
            <a:r>
              <a:rPr lang="en-IN" sz="3600">
                <a:solidFill>
                  <a:schemeClr val="accent1"/>
                </a:solidFill>
                <a:latin typeface="Open Sans"/>
              </a:rPr>
              <a:t>2025</a:t>
            </a:r>
          </a:p>
        </p:txBody>
      </p:sp>
      <p:sp>
        <p:nvSpPr>
          <p:cNvPr id="59" name="TextBox 58">
            <a:extLst>
              <a:ext uri="{FF2B5EF4-FFF2-40B4-BE49-F238E27FC236}">
                <a16:creationId xmlns:a16="http://schemas.microsoft.com/office/drawing/2014/main" id="{3A08C3BF-4742-4082-B835-DD60020673C7}"/>
              </a:ext>
            </a:extLst>
          </p:cNvPr>
          <p:cNvSpPr txBox="1"/>
          <p:nvPr/>
        </p:nvSpPr>
        <p:spPr>
          <a:xfrm>
            <a:off x="3784576" y="1288849"/>
            <a:ext cx="2060447" cy="646331"/>
          </a:xfrm>
          <a:prstGeom prst="rect">
            <a:avLst/>
          </a:prstGeom>
          <a:noFill/>
        </p:spPr>
        <p:txBody>
          <a:bodyPr wrap="square" rtlCol="0">
            <a:spAutoFit/>
          </a:bodyPr>
          <a:lstStyle/>
          <a:p>
            <a:r>
              <a:rPr lang="en-IN" sz="3600">
                <a:solidFill>
                  <a:schemeClr val="accent3"/>
                </a:solidFill>
                <a:latin typeface="Open Sans"/>
              </a:rPr>
              <a:t>2026</a:t>
            </a:r>
          </a:p>
        </p:txBody>
      </p:sp>
      <p:sp>
        <p:nvSpPr>
          <p:cNvPr id="60" name="TextBox 59">
            <a:extLst>
              <a:ext uri="{FF2B5EF4-FFF2-40B4-BE49-F238E27FC236}">
                <a16:creationId xmlns:a16="http://schemas.microsoft.com/office/drawing/2014/main" id="{27C1D5DA-9587-4703-B68E-490B3298B2A2}"/>
              </a:ext>
            </a:extLst>
          </p:cNvPr>
          <p:cNvSpPr txBox="1"/>
          <p:nvPr/>
        </p:nvSpPr>
        <p:spPr>
          <a:xfrm>
            <a:off x="6230960" y="1288849"/>
            <a:ext cx="2060446" cy="646331"/>
          </a:xfrm>
          <a:prstGeom prst="rect">
            <a:avLst/>
          </a:prstGeom>
          <a:noFill/>
        </p:spPr>
        <p:txBody>
          <a:bodyPr wrap="square" rtlCol="0">
            <a:spAutoFit/>
          </a:bodyPr>
          <a:lstStyle/>
          <a:p>
            <a:r>
              <a:rPr lang="en-IN" sz="3600">
                <a:solidFill>
                  <a:schemeClr val="accent4"/>
                </a:solidFill>
                <a:latin typeface="Open Sans"/>
              </a:rPr>
              <a:t>2027</a:t>
            </a:r>
          </a:p>
        </p:txBody>
      </p:sp>
      <p:sp>
        <p:nvSpPr>
          <p:cNvPr id="61" name="TextBox 60">
            <a:extLst>
              <a:ext uri="{FF2B5EF4-FFF2-40B4-BE49-F238E27FC236}">
                <a16:creationId xmlns:a16="http://schemas.microsoft.com/office/drawing/2014/main" id="{BC58D078-E11A-4676-8D3B-8A2EB2A8CDA6}"/>
              </a:ext>
            </a:extLst>
          </p:cNvPr>
          <p:cNvSpPr txBox="1"/>
          <p:nvPr/>
        </p:nvSpPr>
        <p:spPr>
          <a:xfrm>
            <a:off x="8539522" y="1288849"/>
            <a:ext cx="2096171" cy="646331"/>
          </a:xfrm>
          <a:prstGeom prst="rect">
            <a:avLst/>
          </a:prstGeom>
          <a:noFill/>
        </p:spPr>
        <p:txBody>
          <a:bodyPr wrap="square" rtlCol="0">
            <a:spAutoFit/>
          </a:bodyPr>
          <a:lstStyle/>
          <a:p>
            <a:r>
              <a:rPr lang="en-IN" sz="3600">
                <a:solidFill>
                  <a:schemeClr val="accent5"/>
                </a:solidFill>
                <a:latin typeface="Open Sans"/>
              </a:rPr>
              <a:t>2028</a:t>
            </a:r>
          </a:p>
        </p:txBody>
      </p:sp>
      <p:sp>
        <p:nvSpPr>
          <p:cNvPr id="70" name="TextBox 69">
            <a:extLst>
              <a:ext uri="{FF2B5EF4-FFF2-40B4-BE49-F238E27FC236}">
                <a16:creationId xmlns:a16="http://schemas.microsoft.com/office/drawing/2014/main" id="{846F008F-0964-48F8-B6CD-00B3E22C48F5}"/>
              </a:ext>
            </a:extLst>
          </p:cNvPr>
          <p:cNvSpPr txBox="1"/>
          <p:nvPr/>
        </p:nvSpPr>
        <p:spPr>
          <a:xfrm>
            <a:off x="1256964" y="1979162"/>
            <a:ext cx="2074047" cy="369332"/>
          </a:xfrm>
          <a:prstGeom prst="rect">
            <a:avLst/>
          </a:prstGeom>
          <a:noFill/>
        </p:spPr>
        <p:txBody>
          <a:bodyPr wrap="square" rtlCol="0" anchor="b">
            <a:spAutoFit/>
          </a:bodyPr>
          <a:lstStyle/>
          <a:p>
            <a:r>
              <a:rPr lang="en-US" b="1" kern="0">
                <a:solidFill>
                  <a:schemeClr val="accent1"/>
                </a:solidFill>
                <a:latin typeface="Open Sans"/>
                <a:cs typeface="Arial" panose="020B0604020202020204" pitchFamily="34" charset="0"/>
              </a:rPr>
              <a:t>ALPHA </a:t>
            </a:r>
            <a:endParaRPr lang="en-IN" b="1">
              <a:solidFill>
                <a:schemeClr val="accent1"/>
              </a:solidFill>
            </a:endParaRPr>
          </a:p>
        </p:txBody>
      </p:sp>
      <p:sp>
        <p:nvSpPr>
          <p:cNvPr id="73" name="TextBox 72">
            <a:extLst>
              <a:ext uri="{FF2B5EF4-FFF2-40B4-BE49-F238E27FC236}">
                <a16:creationId xmlns:a16="http://schemas.microsoft.com/office/drawing/2014/main" id="{312E1B46-04E5-49AC-8C86-69E026C4A538}"/>
              </a:ext>
            </a:extLst>
          </p:cNvPr>
          <p:cNvSpPr txBox="1"/>
          <p:nvPr/>
        </p:nvSpPr>
        <p:spPr>
          <a:xfrm>
            <a:off x="3768936" y="1979162"/>
            <a:ext cx="2074047" cy="369332"/>
          </a:xfrm>
          <a:prstGeom prst="rect">
            <a:avLst/>
          </a:prstGeom>
          <a:noFill/>
        </p:spPr>
        <p:txBody>
          <a:bodyPr wrap="square" rtlCol="0" anchor="b">
            <a:spAutoFit/>
          </a:bodyPr>
          <a:lstStyle/>
          <a:p>
            <a:r>
              <a:rPr lang="en-US" b="1" kern="0">
                <a:solidFill>
                  <a:schemeClr val="accent3"/>
                </a:solidFill>
                <a:latin typeface="Open Sans"/>
                <a:cs typeface="Arial" panose="020B0604020202020204" pitchFamily="34" charset="0"/>
              </a:rPr>
              <a:t>BETA</a:t>
            </a:r>
            <a:endParaRPr lang="en-IN" b="1">
              <a:solidFill>
                <a:schemeClr val="accent3"/>
              </a:solidFill>
            </a:endParaRPr>
          </a:p>
        </p:txBody>
      </p:sp>
      <p:sp>
        <p:nvSpPr>
          <p:cNvPr id="76" name="TextBox 75">
            <a:extLst>
              <a:ext uri="{FF2B5EF4-FFF2-40B4-BE49-F238E27FC236}">
                <a16:creationId xmlns:a16="http://schemas.microsoft.com/office/drawing/2014/main" id="{3B042C02-484E-454E-BC73-7873AA27760C}"/>
              </a:ext>
            </a:extLst>
          </p:cNvPr>
          <p:cNvSpPr txBox="1"/>
          <p:nvPr/>
        </p:nvSpPr>
        <p:spPr>
          <a:xfrm>
            <a:off x="6228355" y="1979162"/>
            <a:ext cx="2074047" cy="369332"/>
          </a:xfrm>
          <a:prstGeom prst="rect">
            <a:avLst/>
          </a:prstGeom>
          <a:noFill/>
        </p:spPr>
        <p:txBody>
          <a:bodyPr wrap="square" rtlCol="0" anchor="b">
            <a:spAutoFit/>
          </a:bodyPr>
          <a:lstStyle/>
          <a:p>
            <a:r>
              <a:rPr lang="en-US" b="1" kern="0">
                <a:solidFill>
                  <a:schemeClr val="accent4"/>
                </a:solidFill>
                <a:latin typeface="Open Sans"/>
                <a:cs typeface="Arial" panose="020B0604020202020204" pitchFamily="34" charset="0"/>
              </a:rPr>
              <a:t>GAMMA</a:t>
            </a:r>
            <a:endParaRPr lang="en-IN" b="1">
              <a:solidFill>
                <a:schemeClr val="accent4"/>
              </a:solidFill>
            </a:endParaRPr>
          </a:p>
        </p:txBody>
      </p:sp>
      <p:sp>
        <p:nvSpPr>
          <p:cNvPr id="79" name="TextBox 78">
            <a:extLst>
              <a:ext uri="{FF2B5EF4-FFF2-40B4-BE49-F238E27FC236}">
                <a16:creationId xmlns:a16="http://schemas.microsoft.com/office/drawing/2014/main" id="{00001365-C2DF-471E-ADB3-1782A2062F48}"/>
              </a:ext>
            </a:extLst>
          </p:cNvPr>
          <p:cNvSpPr txBox="1"/>
          <p:nvPr/>
        </p:nvSpPr>
        <p:spPr>
          <a:xfrm>
            <a:off x="8561650" y="1979162"/>
            <a:ext cx="2074047" cy="369332"/>
          </a:xfrm>
          <a:prstGeom prst="rect">
            <a:avLst/>
          </a:prstGeom>
          <a:noFill/>
        </p:spPr>
        <p:txBody>
          <a:bodyPr wrap="square" rtlCol="0" anchor="b">
            <a:spAutoFit/>
          </a:bodyPr>
          <a:lstStyle/>
          <a:p>
            <a:r>
              <a:rPr lang="en-US" b="1" kern="0">
                <a:solidFill>
                  <a:schemeClr val="accent5"/>
                </a:solidFill>
                <a:latin typeface="Open Sans"/>
                <a:cs typeface="Arial" panose="020B0604020202020204" pitchFamily="34" charset="0"/>
              </a:rPr>
              <a:t>Delta</a:t>
            </a:r>
            <a:endParaRPr lang="en-IN" b="1">
              <a:solidFill>
                <a:schemeClr val="accent5"/>
              </a:solidFill>
            </a:endParaRPr>
          </a:p>
        </p:txBody>
      </p:sp>
      <p:sp>
        <p:nvSpPr>
          <p:cNvPr id="6" name="TextBox 5">
            <a:extLst>
              <a:ext uri="{FF2B5EF4-FFF2-40B4-BE49-F238E27FC236}">
                <a16:creationId xmlns:a16="http://schemas.microsoft.com/office/drawing/2014/main" id="{68C94701-EB6D-5D95-400B-3757D38FB2F9}"/>
              </a:ext>
            </a:extLst>
          </p:cNvPr>
          <p:cNvSpPr txBox="1"/>
          <p:nvPr/>
        </p:nvSpPr>
        <p:spPr>
          <a:xfrm>
            <a:off x="1405402" y="2659891"/>
            <a:ext cx="1721057" cy="1277273"/>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Entity &amp; Team Build. </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Site setup and Branding</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Proof of Concept</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Go to Market Strategy</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Funding</a:t>
            </a:r>
            <a:endParaRPr lang="en-US" sz="1200">
              <a:solidFill>
                <a:schemeClr val="tx1">
                  <a:lumMod val="75000"/>
                  <a:lumOff val="25000"/>
                </a:schemeClr>
              </a:solidFill>
              <a:ea typeface="Calibri Light" charset="0"/>
              <a:cs typeface="Segoe UI" panose="020B0502040204020203" pitchFamily="34" charset="0"/>
            </a:endParaRPr>
          </a:p>
        </p:txBody>
      </p:sp>
      <p:sp>
        <p:nvSpPr>
          <p:cNvPr id="7" name="TextBox 6">
            <a:extLst>
              <a:ext uri="{FF2B5EF4-FFF2-40B4-BE49-F238E27FC236}">
                <a16:creationId xmlns:a16="http://schemas.microsoft.com/office/drawing/2014/main" id="{20928F6C-A3B0-E55D-1FAB-64A3330A2F42}"/>
              </a:ext>
            </a:extLst>
          </p:cNvPr>
          <p:cNvSpPr txBox="1"/>
          <p:nvPr/>
        </p:nvSpPr>
        <p:spPr>
          <a:xfrm>
            <a:off x="3920591" y="2548322"/>
            <a:ext cx="1643840" cy="1361911"/>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Beta Release</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Production Operations</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Design Partners &amp; Solution Delivery</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Product Refinement &amp; optimization</a:t>
            </a:r>
          </a:p>
        </p:txBody>
      </p:sp>
      <p:sp>
        <p:nvSpPr>
          <p:cNvPr id="8" name="TextBox 7">
            <a:extLst>
              <a:ext uri="{FF2B5EF4-FFF2-40B4-BE49-F238E27FC236}">
                <a16:creationId xmlns:a16="http://schemas.microsoft.com/office/drawing/2014/main" id="{DD9633C3-4D73-F5A3-2FE8-ED00E3E532F8}"/>
              </a:ext>
            </a:extLst>
          </p:cNvPr>
          <p:cNvSpPr txBox="1"/>
          <p:nvPr/>
        </p:nvSpPr>
        <p:spPr>
          <a:xfrm>
            <a:off x="6358559" y="2548322"/>
            <a:ext cx="1848388" cy="1361911"/>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GA</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SOC Operations &amp; outsourcing</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Partner Channels</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Sales &amp; Marketing Scale Additional Funding, Valuation</a:t>
            </a:r>
            <a:endParaRPr lang="en-US" sz="1050">
              <a:solidFill>
                <a:schemeClr val="tx1">
                  <a:lumMod val="75000"/>
                  <a:lumOff val="25000"/>
                </a:schemeClr>
              </a:solidFill>
              <a:ea typeface="Calibri Light" charset="0"/>
              <a:cs typeface="Segoe UI" panose="020B0502040204020203" pitchFamily="34" charset="0"/>
            </a:endParaRPr>
          </a:p>
        </p:txBody>
      </p:sp>
      <p:sp>
        <p:nvSpPr>
          <p:cNvPr id="10" name="TextBox 9">
            <a:extLst>
              <a:ext uri="{FF2B5EF4-FFF2-40B4-BE49-F238E27FC236}">
                <a16:creationId xmlns:a16="http://schemas.microsoft.com/office/drawing/2014/main" id="{0E0BFCE2-A47F-ABA6-AF87-9E171344E00F}"/>
              </a:ext>
            </a:extLst>
          </p:cNvPr>
          <p:cNvSpPr txBox="1"/>
          <p:nvPr/>
        </p:nvSpPr>
        <p:spPr>
          <a:xfrm>
            <a:off x="8699185" y="2548322"/>
            <a:ext cx="1848388" cy="1038746"/>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Market Disruption</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Generation II LLM</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Larger Customer Deployments</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Custom Engagements</a:t>
            </a:r>
            <a:endParaRPr lang="en-US" sz="1050">
              <a:solidFill>
                <a:schemeClr val="tx1">
                  <a:lumMod val="75000"/>
                  <a:lumOff val="25000"/>
                </a:schemeClr>
              </a:solidFill>
              <a:ea typeface="Calibri Light" charset="0"/>
              <a:cs typeface="Segoe UI" panose="020B0502040204020203" pitchFamily="34" charset="0"/>
            </a:endParaRPr>
          </a:p>
        </p:txBody>
      </p:sp>
      <p:sp>
        <p:nvSpPr>
          <p:cNvPr id="11" name="TextBox 10">
            <a:extLst>
              <a:ext uri="{FF2B5EF4-FFF2-40B4-BE49-F238E27FC236}">
                <a16:creationId xmlns:a16="http://schemas.microsoft.com/office/drawing/2014/main" id="{39419E24-575F-D9AE-0823-0354E5C5549A}"/>
              </a:ext>
            </a:extLst>
          </p:cNvPr>
          <p:cNvSpPr txBox="1"/>
          <p:nvPr/>
        </p:nvSpPr>
        <p:spPr>
          <a:xfrm>
            <a:off x="5268091" y="5373944"/>
            <a:ext cx="6316870" cy="800219"/>
          </a:xfrm>
          <a:prstGeom prst="rect">
            <a:avLst/>
          </a:prstGeom>
          <a:noFill/>
        </p:spPr>
        <p:txBody>
          <a:bodyPr wrap="square" lIns="0" tIns="0" rIns="0" bIns="0" rtlCol="0" anchor="ctr">
            <a:spAutoFit/>
          </a:bodyPr>
          <a:lstStyle/>
          <a:p>
            <a:pPr marL="285750" indent="-285750">
              <a:spcBef>
                <a:spcPts val="600"/>
              </a:spcBef>
              <a:buFont typeface="Wingdings" pitchFamily="2" charset="2"/>
              <a:buChar char="ü"/>
            </a:pPr>
            <a:r>
              <a:rPr lang="en-US" sz="1400" i="1" kern="0">
                <a:solidFill>
                  <a:schemeClr val="tx1">
                    <a:lumMod val="75000"/>
                    <a:lumOff val="25000"/>
                  </a:schemeClr>
                </a:solidFill>
                <a:ea typeface="Calibri Light" charset="0"/>
                <a:cs typeface="Segoe UI" panose="020B0502040204020203" pitchFamily="34" charset="0"/>
              </a:rPr>
              <a:t>Release Early &amp; Often</a:t>
            </a:r>
          </a:p>
          <a:p>
            <a:pPr marL="285750" indent="-285750">
              <a:spcBef>
                <a:spcPts val="600"/>
              </a:spcBef>
              <a:buFont typeface="Wingdings" pitchFamily="2" charset="2"/>
              <a:buChar char="ü"/>
            </a:pPr>
            <a:r>
              <a:rPr lang="en-US" sz="1400" i="1" kern="0">
                <a:solidFill>
                  <a:schemeClr val="tx1">
                    <a:lumMod val="75000"/>
                    <a:lumOff val="25000"/>
                  </a:schemeClr>
                </a:solidFill>
                <a:ea typeface="Calibri Light" charset="0"/>
                <a:cs typeface="Segoe UI" panose="020B0502040204020203" pitchFamily="34" charset="0"/>
              </a:rPr>
              <a:t>Engage Design Partners Early for market fit and revenue alignment</a:t>
            </a:r>
          </a:p>
          <a:p>
            <a:pPr marL="285750" indent="-285750">
              <a:spcBef>
                <a:spcPts val="600"/>
              </a:spcBef>
              <a:buFont typeface="Wingdings" pitchFamily="2" charset="2"/>
              <a:buChar char="ü"/>
            </a:pPr>
            <a:r>
              <a:rPr lang="en-US" sz="1400" i="1" kern="0">
                <a:solidFill>
                  <a:schemeClr val="tx1">
                    <a:lumMod val="75000"/>
                    <a:lumOff val="25000"/>
                  </a:schemeClr>
                </a:solidFill>
                <a:ea typeface="Calibri Light" charset="0"/>
                <a:cs typeface="Segoe UI" panose="020B0502040204020203" pitchFamily="34" charset="0"/>
              </a:rPr>
              <a:t>Raise funds only as necessary</a:t>
            </a:r>
            <a:endParaRPr lang="en-US" sz="1400" i="1">
              <a:solidFill>
                <a:schemeClr val="tx1">
                  <a:lumMod val="75000"/>
                  <a:lumOff val="25000"/>
                </a:schemeClr>
              </a:solidFill>
              <a:ea typeface="Calibri Light" charset="0"/>
              <a:cs typeface="Segoe UI" panose="020B0502040204020203" pitchFamily="34" charset="0"/>
            </a:endParaRPr>
          </a:p>
        </p:txBody>
      </p:sp>
    </p:spTree>
    <p:extLst>
      <p:ext uri="{BB962C8B-B14F-4D97-AF65-F5344CB8AC3E}">
        <p14:creationId xmlns:p14="http://schemas.microsoft.com/office/powerpoint/2010/main" val="59810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05F8-221D-418B-044F-833A5E2528B4}"/>
              </a:ext>
            </a:extLst>
          </p:cNvPr>
          <p:cNvSpPr>
            <a:spLocks noGrp="1"/>
          </p:cNvSpPr>
          <p:nvPr>
            <p:ph type="title"/>
          </p:nvPr>
        </p:nvSpPr>
        <p:spPr/>
        <p:txBody>
          <a:bodyPr/>
          <a:lstStyle/>
          <a:p>
            <a:r>
              <a:rPr lang="en-US"/>
              <a:t>Cyber Threat Intel Trained LLMs (CTI-LLM)</a:t>
            </a:r>
          </a:p>
        </p:txBody>
      </p:sp>
      <p:sp>
        <p:nvSpPr>
          <p:cNvPr id="3" name="Text Placeholder 2">
            <a:extLst>
              <a:ext uri="{FF2B5EF4-FFF2-40B4-BE49-F238E27FC236}">
                <a16:creationId xmlns:a16="http://schemas.microsoft.com/office/drawing/2014/main" id="{7AD2AE2B-E44F-10C3-8235-42A6DEA916ED}"/>
              </a:ext>
            </a:extLst>
          </p:cNvPr>
          <p:cNvSpPr>
            <a:spLocks noGrp="1"/>
          </p:cNvSpPr>
          <p:nvPr>
            <p:ph type="body" idx="1"/>
          </p:nvPr>
        </p:nvSpPr>
        <p:spPr/>
        <p:txBody>
          <a:bodyPr/>
          <a:lstStyle/>
          <a:p>
            <a:r>
              <a:rPr lang="en-US"/>
              <a:t>Use Case Model, Domain Overview</a:t>
            </a:r>
          </a:p>
        </p:txBody>
      </p:sp>
    </p:spTree>
    <p:extLst>
      <p:ext uri="{BB962C8B-B14F-4D97-AF65-F5344CB8AC3E}">
        <p14:creationId xmlns:p14="http://schemas.microsoft.com/office/powerpoint/2010/main" val="603633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F0AD-B28C-11E7-E164-BB974EEC07DC}"/>
              </a:ext>
            </a:extLst>
          </p:cNvPr>
          <p:cNvSpPr>
            <a:spLocks noGrp="1"/>
          </p:cNvSpPr>
          <p:nvPr>
            <p:ph type="title" idx="4294967295"/>
          </p:nvPr>
        </p:nvSpPr>
        <p:spPr>
          <a:xfrm>
            <a:off x="1444021" y="60071"/>
            <a:ext cx="8761413" cy="708025"/>
          </a:xfrm>
        </p:spPr>
        <p:txBody>
          <a:bodyPr/>
          <a:lstStyle/>
          <a:p>
            <a:pPr algn="ctr"/>
            <a:r>
              <a:rPr lang="en-US" sz="2000">
                <a:solidFill>
                  <a:schemeClr val="tx1"/>
                </a:solidFill>
              </a:rPr>
              <a:t>Foundational Use Cases for Cyber Security Language Models</a:t>
            </a:r>
            <a:r>
              <a:rPr lang="en-US" sz="2800">
                <a:solidFill>
                  <a:schemeClr val="tx1"/>
                </a:solidFill>
              </a:rPr>
              <a:t> </a:t>
            </a:r>
          </a:p>
        </p:txBody>
      </p:sp>
      <p:sp>
        <p:nvSpPr>
          <p:cNvPr id="4" name="Content Placeholder 3">
            <a:extLst>
              <a:ext uri="{FF2B5EF4-FFF2-40B4-BE49-F238E27FC236}">
                <a16:creationId xmlns:a16="http://schemas.microsoft.com/office/drawing/2014/main" id="{CD34934C-AC74-2982-E07D-63A13530FEAE}"/>
              </a:ext>
            </a:extLst>
          </p:cNvPr>
          <p:cNvSpPr>
            <a:spLocks noGrp="1"/>
          </p:cNvSpPr>
          <p:nvPr>
            <p:ph sz="half" idx="4294967295"/>
          </p:nvPr>
        </p:nvSpPr>
        <p:spPr>
          <a:xfrm>
            <a:off x="5922264" y="873029"/>
            <a:ext cx="5413375" cy="4479925"/>
          </a:xfrm>
        </p:spPr>
        <p:txBody>
          <a:bodyPr>
            <a:noAutofit/>
          </a:bodyPr>
          <a:lstStyle/>
          <a:p>
            <a:pPr>
              <a:spcBef>
                <a:spcPts val="600"/>
              </a:spcBef>
              <a:buNone/>
            </a:pPr>
            <a:r>
              <a:rPr lang="en-US" sz="900" b="1"/>
              <a:t>6. Intelligent Threat Intelligence</a:t>
            </a:r>
          </a:p>
          <a:p>
            <a:pPr marL="0" indent="0">
              <a:spcBef>
                <a:spcPts val="600"/>
              </a:spcBef>
              <a:buNone/>
            </a:pPr>
            <a:r>
              <a:rPr lang="en-US" sz="900"/>
              <a:t>Parsing vast amounts of threat intelligence data to provide concise, actionable insights tailored to an organization's unique threat landscape. Automatically generating intelligence reports or briefings about emerging threats and their implications for the organization.</a:t>
            </a:r>
          </a:p>
          <a:p>
            <a:pPr>
              <a:spcBef>
                <a:spcPts val="600"/>
              </a:spcBef>
              <a:buNone/>
            </a:pPr>
            <a:endParaRPr lang="en-US" sz="900" b="1"/>
          </a:p>
          <a:p>
            <a:pPr>
              <a:spcBef>
                <a:spcPts val="600"/>
              </a:spcBef>
              <a:buNone/>
            </a:pPr>
            <a:r>
              <a:rPr lang="en-US" sz="900" b="1"/>
              <a:t>7. Cybersecurity Assistant (Chatbot/Virtual Analyst)</a:t>
            </a:r>
          </a:p>
          <a:p>
            <a:pPr marL="0" indent="0">
              <a:spcBef>
                <a:spcPts val="600"/>
              </a:spcBef>
              <a:buNone/>
            </a:pPr>
            <a:r>
              <a:rPr lang="en-US" sz="900"/>
              <a:t>Serving as a first-line assistant that provides cybersecurity support, answering questions about policies, procedures, recent threats, or incident response guidelines. Assisting cybersecurity analysts by summarizing logs, incidents, or threat intelligence data to expedite informed decision-making.</a:t>
            </a:r>
          </a:p>
          <a:p>
            <a:pPr>
              <a:spcBef>
                <a:spcPts val="600"/>
              </a:spcBef>
              <a:buNone/>
            </a:pPr>
            <a:endParaRPr lang="en-US" sz="900" b="1"/>
          </a:p>
          <a:p>
            <a:pPr>
              <a:spcBef>
                <a:spcPts val="600"/>
              </a:spcBef>
              <a:buNone/>
            </a:pPr>
            <a:r>
              <a:rPr lang="en-US" sz="900" b="1"/>
              <a:t>8. Code and Software Security Analysis</a:t>
            </a:r>
          </a:p>
          <a:p>
            <a:pPr marL="0" indent="0">
              <a:spcBef>
                <a:spcPts val="600"/>
              </a:spcBef>
              <a:buNone/>
            </a:pPr>
            <a:r>
              <a:rPr lang="en-US" sz="900"/>
              <a:t>Reviewing code repositories, documentation, and logs to identify potential security weaknesses, such as insecure coding patterns, hardcoded credentials, or risky configuration settings. Suggesting secure coding practices and generating contextual remediation steps.</a:t>
            </a:r>
          </a:p>
          <a:p>
            <a:pPr>
              <a:spcBef>
                <a:spcPts val="600"/>
              </a:spcBef>
              <a:buNone/>
            </a:pPr>
            <a:endParaRPr lang="en-US" sz="900" b="1"/>
          </a:p>
          <a:p>
            <a:pPr>
              <a:spcBef>
                <a:spcPts val="600"/>
              </a:spcBef>
              <a:buNone/>
            </a:pPr>
            <a:r>
              <a:rPr lang="en-US" sz="900" b="1"/>
              <a:t>9. Enhanced SIEM and Log Analysis</a:t>
            </a:r>
          </a:p>
          <a:p>
            <a:pPr marL="0" indent="0">
              <a:spcBef>
                <a:spcPts val="600"/>
              </a:spcBef>
              <a:buNone/>
            </a:pPr>
            <a:r>
              <a:rPr lang="en-US" sz="900"/>
              <a:t>Integrating LLMs with Security Information and Event Management (SIEM) platforms to provide enhanced semantic understanding of security logs, correlate events, and reduce false positives through natural language analysis. Improving root-cause analysis by interpreting event logs and contextualizing security events.</a:t>
            </a:r>
          </a:p>
          <a:p>
            <a:pPr>
              <a:spcBef>
                <a:spcPts val="600"/>
              </a:spcBef>
              <a:buNone/>
            </a:pPr>
            <a:endParaRPr lang="en-US" sz="900" b="1"/>
          </a:p>
          <a:p>
            <a:pPr>
              <a:spcBef>
                <a:spcPts val="600"/>
              </a:spcBef>
              <a:buNone/>
            </a:pPr>
            <a:r>
              <a:rPr lang="en-US" sz="900" b="1"/>
              <a:t>10. Retrieval-Augmented Generation (RAG) for Security</a:t>
            </a:r>
          </a:p>
          <a:p>
            <a:pPr marL="0" indent="0">
              <a:spcBef>
                <a:spcPts val="600"/>
              </a:spcBef>
              <a:buNone/>
            </a:pPr>
            <a:r>
              <a:rPr lang="en-US" sz="900"/>
              <a:t>Employing RAG models to access up-to-date cybersecurity knowledge bases or internal documentation, providing timely, accurate, and contextually relevant answers during security incidents or routine operations.</a:t>
            </a:r>
          </a:p>
        </p:txBody>
      </p:sp>
      <p:sp>
        <p:nvSpPr>
          <p:cNvPr id="3" name="Content Placeholder 2">
            <a:extLst>
              <a:ext uri="{FF2B5EF4-FFF2-40B4-BE49-F238E27FC236}">
                <a16:creationId xmlns:a16="http://schemas.microsoft.com/office/drawing/2014/main" id="{36030E77-D0D5-319B-FBAA-B3CC779F0D28}"/>
              </a:ext>
            </a:extLst>
          </p:cNvPr>
          <p:cNvSpPr>
            <a:spLocks noGrp="1"/>
          </p:cNvSpPr>
          <p:nvPr>
            <p:ph sz="half" idx="4294967295"/>
          </p:nvPr>
        </p:nvSpPr>
        <p:spPr>
          <a:xfrm>
            <a:off x="338328" y="873029"/>
            <a:ext cx="5212080" cy="5271739"/>
          </a:xfrm>
        </p:spPr>
        <p:txBody>
          <a:bodyPr>
            <a:noAutofit/>
          </a:bodyPr>
          <a:lstStyle/>
          <a:p>
            <a:pPr>
              <a:spcBef>
                <a:spcPts val="600"/>
              </a:spcBef>
              <a:buNone/>
            </a:pPr>
            <a:r>
              <a:rPr lang="en-US" sz="900" b="1"/>
              <a:t>1. Threat Detection and Anomaly Identification</a:t>
            </a:r>
          </a:p>
          <a:p>
            <a:pPr marL="0" indent="0">
              <a:spcBef>
                <a:spcPts val="600"/>
              </a:spcBef>
              <a:buNone/>
            </a:pPr>
            <a:r>
              <a:rPr lang="en-US" sz="900"/>
              <a:t>LLMs can analyze extensive logs, network events, and telemetry data, recognizing subtle patterns indicative of cyber threats or anomalies. They provide contextual understanding of suspicious activity, correlating seemingly unrelated events to identify potential breaches or attacks.</a:t>
            </a:r>
          </a:p>
          <a:p>
            <a:pPr marL="0" indent="0">
              <a:spcBef>
                <a:spcPts val="600"/>
              </a:spcBef>
              <a:buNone/>
            </a:pPr>
            <a:endParaRPr lang="en-US" sz="900"/>
          </a:p>
          <a:p>
            <a:pPr>
              <a:spcBef>
                <a:spcPts val="600"/>
              </a:spcBef>
              <a:buNone/>
            </a:pPr>
            <a:r>
              <a:rPr lang="en-US" sz="900" b="1"/>
              <a:t>2. Security Incident Response Automation</a:t>
            </a:r>
          </a:p>
          <a:p>
            <a:pPr marL="0" indent="0">
              <a:spcBef>
                <a:spcPts val="600"/>
              </a:spcBef>
              <a:buNone/>
            </a:pPr>
            <a:r>
              <a:rPr lang="en-US" sz="900"/>
              <a:t>Automating responses to standard security incidents by interpreting alerts, analyzing context, and suggesting or executing initial remediation steps. Streamlining the triage process to quickly prioritize critical threats based on context derived from past incidents.</a:t>
            </a:r>
          </a:p>
          <a:p>
            <a:pPr>
              <a:spcBef>
                <a:spcPts val="600"/>
              </a:spcBef>
              <a:buNone/>
            </a:pPr>
            <a:endParaRPr lang="en-US" sz="900" b="1"/>
          </a:p>
          <a:p>
            <a:pPr>
              <a:spcBef>
                <a:spcPts val="600"/>
              </a:spcBef>
              <a:buNone/>
            </a:pPr>
            <a:r>
              <a:rPr lang="en-US" sz="900" b="1"/>
              <a:t>3. Vulnerability Assessment and Management</a:t>
            </a:r>
          </a:p>
          <a:p>
            <a:pPr marL="0" indent="0">
              <a:spcBef>
                <a:spcPts val="600"/>
              </a:spcBef>
              <a:buNone/>
            </a:pPr>
            <a:r>
              <a:rPr lang="en-US" sz="900"/>
              <a:t>Parsing security bulletins, advisories, and CVE databases to summarize and highlight critical vulnerabilities relevant to an organization's infrastructure. Generating actionable mitigation strategies and prioritization recommendations tailored to the organization's specific technologies and risk profile.</a:t>
            </a:r>
          </a:p>
          <a:p>
            <a:pPr>
              <a:spcBef>
                <a:spcPts val="600"/>
              </a:spcBef>
              <a:buNone/>
            </a:pPr>
            <a:endParaRPr lang="en-US" sz="900" b="1"/>
          </a:p>
          <a:p>
            <a:pPr>
              <a:spcBef>
                <a:spcPts val="600"/>
              </a:spcBef>
              <a:buNone/>
            </a:pPr>
            <a:r>
              <a:rPr lang="en-US" sz="900" b="1"/>
              <a:t>4. Phishing and Social Engineering Detection</a:t>
            </a:r>
          </a:p>
          <a:p>
            <a:pPr marL="0" indent="0">
              <a:spcBef>
                <a:spcPts val="600"/>
              </a:spcBef>
              <a:buNone/>
            </a:pPr>
            <a:r>
              <a:rPr lang="en-US" sz="900"/>
              <a:t>Identifying suspicious patterns in emails, text messages, and other communication platforms by leveraging natural language understanding to detect phishing, impersonation, or manipulative techniques. Educating users by generating realistic phishing simulations or context-aware cybersecurity training content.</a:t>
            </a:r>
          </a:p>
          <a:p>
            <a:pPr>
              <a:spcBef>
                <a:spcPts val="600"/>
              </a:spcBef>
              <a:buNone/>
            </a:pPr>
            <a:endParaRPr lang="en-US" sz="900" b="1"/>
          </a:p>
          <a:p>
            <a:pPr>
              <a:spcBef>
                <a:spcPts val="600"/>
              </a:spcBef>
              <a:buNone/>
            </a:pPr>
            <a:r>
              <a:rPr lang="en-US" sz="900" b="1"/>
              <a:t>5. Cybersecurity Documentation and Compliance Automation</a:t>
            </a:r>
          </a:p>
          <a:p>
            <a:pPr marL="0" indent="0">
              <a:spcBef>
                <a:spcPts val="600"/>
              </a:spcBef>
              <a:buNone/>
            </a:pPr>
            <a:r>
              <a:rPr lang="en-US" sz="900"/>
              <a:t>Generating compliance reports, incident documentation, and audit logs automatically, reducing the manual burden associated with regulatory requirements (e.g., GDPR, NYSDFS 23 NYCRR 500).Assisting in the interpretation of regulatory texts, summarizing complex cybersecurity requirements, and suggesting compliance actions.</a:t>
            </a:r>
          </a:p>
        </p:txBody>
      </p:sp>
      <p:sp>
        <p:nvSpPr>
          <p:cNvPr id="6" name="TextBox 5">
            <a:extLst>
              <a:ext uri="{FF2B5EF4-FFF2-40B4-BE49-F238E27FC236}">
                <a16:creationId xmlns:a16="http://schemas.microsoft.com/office/drawing/2014/main" id="{B4C5E023-D0EB-50FB-1BDF-C0FE2338117A}"/>
              </a:ext>
            </a:extLst>
          </p:cNvPr>
          <p:cNvSpPr txBox="1"/>
          <p:nvPr/>
        </p:nvSpPr>
        <p:spPr>
          <a:xfrm>
            <a:off x="2529713" y="6030691"/>
            <a:ext cx="9323959" cy="646331"/>
          </a:xfrm>
          <a:prstGeom prst="rect">
            <a:avLst/>
          </a:prstGeom>
          <a:noFill/>
        </p:spPr>
        <p:txBody>
          <a:bodyPr wrap="square" rtlCol="0">
            <a:spAutoFit/>
          </a:bodyPr>
          <a:lstStyle/>
          <a:p>
            <a:pPr algn="ctr"/>
            <a:r>
              <a:rPr lang="en-US" sz="1200" i="1"/>
              <a:t>Threat intelligence application is the target for first phase, with incident response, compliance automation, analysts support and RAG integration (1, 2, 5, 7 and 10) as potential targets thereafter. Models must be trained on Cyber security data (public + private) and then plugged into the environment for proper contextualization and customization of output </a:t>
            </a:r>
          </a:p>
        </p:txBody>
      </p:sp>
    </p:spTree>
    <p:extLst>
      <p:ext uri="{BB962C8B-B14F-4D97-AF65-F5344CB8AC3E}">
        <p14:creationId xmlns:p14="http://schemas.microsoft.com/office/powerpoint/2010/main" val="3636262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DED300-3346-0A37-FF75-E0D35357C489}"/>
              </a:ext>
            </a:extLst>
          </p:cNvPr>
          <p:cNvSpPr txBox="1"/>
          <p:nvPr/>
        </p:nvSpPr>
        <p:spPr>
          <a:xfrm>
            <a:off x="833378" y="656694"/>
            <a:ext cx="4224759" cy="6001643"/>
          </a:xfrm>
          <a:prstGeom prst="rect">
            <a:avLst/>
          </a:prstGeom>
          <a:noFill/>
        </p:spPr>
        <p:txBody>
          <a:bodyPr wrap="square" rtlCol="0">
            <a:spAutoFit/>
          </a:bodyPr>
          <a:lstStyle/>
          <a:p>
            <a:r>
              <a:rPr lang="en-US" sz="2400"/>
              <a:t>We have potential threats originating from multiple systems, each of which requires its own identity management system (potentially integrated but not so simple), its own interface and analytics, and each of which requires in depth understanding of the system in question and the specific domain being protected.</a:t>
            </a:r>
          </a:p>
          <a:p>
            <a:endParaRPr lang="en-US" sz="2400"/>
          </a:p>
          <a:p>
            <a:endParaRPr lang="en-US" sz="2400"/>
          </a:p>
        </p:txBody>
      </p:sp>
      <p:pic>
        <p:nvPicPr>
          <p:cNvPr id="5" name="Picture 4">
            <a:extLst>
              <a:ext uri="{FF2B5EF4-FFF2-40B4-BE49-F238E27FC236}">
                <a16:creationId xmlns:a16="http://schemas.microsoft.com/office/drawing/2014/main" id="{59BED386-2284-5DD2-700C-23BC1889B519}"/>
              </a:ext>
            </a:extLst>
          </p:cNvPr>
          <p:cNvPicPr>
            <a:picLocks noChangeAspect="1"/>
          </p:cNvPicPr>
          <p:nvPr/>
        </p:nvPicPr>
        <p:blipFill>
          <a:blip r:embed="rId2"/>
          <a:stretch>
            <a:fillRect/>
          </a:stretch>
        </p:blipFill>
        <p:spPr>
          <a:xfrm>
            <a:off x="5806632" y="443374"/>
            <a:ext cx="5971251" cy="5971251"/>
          </a:xfrm>
          <a:prstGeom prst="rect">
            <a:avLst/>
          </a:prstGeom>
        </p:spPr>
      </p:pic>
    </p:spTree>
    <p:extLst>
      <p:ext uri="{BB962C8B-B14F-4D97-AF65-F5344CB8AC3E}">
        <p14:creationId xmlns:p14="http://schemas.microsoft.com/office/powerpoint/2010/main" val="4085826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1BBC70-2425-56E7-5010-B547D02C1984}"/>
              </a:ext>
            </a:extLst>
          </p:cNvPr>
          <p:cNvSpPr txBox="1"/>
          <p:nvPr/>
        </p:nvSpPr>
        <p:spPr>
          <a:xfrm>
            <a:off x="457200" y="1351757"/>
            <a:ext cx="6027482" cy="3970318"/>
          </a:xfrm>
          <a:prstGeom prst="rect">
            <a:avLst/>
          </a:prstGeom>
          <a:noFill/>
        </p:spPr>
        <p:txBody>
          <a:bodyPr wrap="square">
            <a:spAutoFit/>
          </a:bodyPr>
          <a:lstStyle/>
          <a:p>
            <a:r>
              <a:rPr lang="en-US" sz="2800" i="1"/>
              <a:t>Stop the madness!</a:t>
            </a:r>
          </a:p>
          <a:p>
            <a:endParaRPr lang="en-US" sz="2800"/>
          </a:p>
          <a:p>
            <a:r>
              <a:rPr lang="en-US" sz="2800"/>
              <a:t>Consolidate threat sources and normalize the data. Feed into CTI-LLM that collates the detailed technical info with best-in-class industry knowledge (Ignite).</a:t>
            </a:r>
          </a:p>
          <a:p>
            <a:endParaRPr lang="en-US" sz="2800"/>
          </a:p>
          <a:p>
            <a:r>
              <a:rPr lang="en-US" sz="2800"/>
              <a:t>Enter Athena…</a:t>
            </a:r>
          </a:p>
        </p:txBody>
      </p:sp>
      <p:pic>
        <p:nvPicPr>
          <p:cNvPr id="4" name="Picture 3">
            <a:extLst>
              <a:ext uri="{FF2B5EF4-FFF2-40B4-BE49-F238E27FC236}">
                <a16:creationId xmlns:a16="http://schemas.microsoft.com/office/drawing/2014/main" id="{68DC5D95-96EC-4753-7E25-23AF75656FE6}"/>
              </a:ext>
            </a:extLst>
          </p:cNvPr>
          <p:cNvPicPr>
            <a:picLocks noChangeAspect="1"/>
          </p:cNvPicPr>
          <p:nvPr/>
        </p:nvPicPr>
        <p:blipFill>
          <a:blip r:embed="rId2"/>
          <a:stretch>
            <a:fillRect/>
          </a:stretch>
        </p:blipFill>
        <p:spPr>
          <a:xfrm>
            <a:off x="7294910" y="0"/>
            <a:ext cx="4292347" cy="6858000"/>
          </a:xfrm>
          <a:prstGeom prst="rect">
            <a:avLst/>
          </a:prstGeom>
        </p:spPr>
      </p:pic>
    </p:spTree>
    <p:extLst>
      <p:ext uri="{BB962C8B-B14F-4D97-AF65-F5344CB8AC3E}">
        <p14:creationId xmlns:p14="http://schemas.microsoft.com/office/powerpoint/2010/main" val="3016689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01277E9-AE36-4A01-CF00-2AF39380EF53}"/>
              </a:ext>
            </a:extLst>
          </p:cNvPr>
          <p:cNvPicPr>
            <a:picLocks noChangeAspect="1"/>
          </p:cNvPicPr>
          <p:nvPr/>
        </p:nvPicPr>
        <p:blipFill>
          <a:blip r:embed="rId2"/>
          <a:stretch>
            <a:fillRect/>
          </a:stretch>
        </p:blipFill>
        <p:spPr>
          <a:xfrm>
            <a:off x="1527859" y="475177"/>
            <a:ext cx="10162572" cy="6161846"/>
          </a:xfrm>
          <a:prstGeom prst="rect">
            <a:avLst/>
          </a:prstGeom>
        </p:spPr>
      </p:pic>
      <p:sp>
        <p:nvSpPr>
          <p:cNvPr id="3" name="TextBox 2">
            <a:extLst>
              <a:ext uri="{FF2B5EF4-FFF2-40B4-BE49-F238E27FC236}">
                <a16:creationId xmlns:a16="http://schemas.microsoft.com/office/drawing/2014/main" id="{3C105EC0-A55A-B2D6-D585-D1BB24C05C82}"/>
              </a:ext>
            </a:extLst>
          </p:cNvPr>
          <p:cNvSpPr txBox="1"/>
          <p:nvPr/>
        </p:nvSpPr>
        <p:spPr>
          <a:xfrm>
            <a:off x="0" y="23988"/>
            <a:ext cx="8518967" cy="369332"/>
          </a:xfrm>
          <a:prstGeom prst="rect">
            <a:avLst/>
          </a:prstGeom>
          <a:noFill/>
        </p:spPr>
        <p:txBody>
          <a:bodyPr wrap="square" rtlCol="0">
            <a:spAutoFit/>
          </a:bodyPr>
          <a:lstStyle/>
          <a:p>
            <a:r>
              <a:rPr lang="en-US"/>
              <a:t>End to End Threat Intake and Response with Athena’s CTI-LLM</a:t>
            </a:r>
          </a:p>
        </p:txBody>
      </p:sp>
    </p:spTree>
    <p:extLst>
      <p:ext uri="{BB962C8B-B14F-4D97-AF65-F5344CB8AC3E}">
        <p14:creationId xmlns:p14="http://schemas.microsoft.com/office/powerpoint/2010/main" val="2814769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7A7B-4568-3D20-11C3-196DDFCB6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7A5FA-4822-3F0B-2D5E-907BB92C78F5}"/>
              </a:ext>
            </a:extLst>
          </p:cNvPr>
          <p:cNvSpPr>
            <a:spLocks noGrp="1"/>
          </p:cNvSpPr>
          <p:nvPr>
            <p:ph type="title" idx="4294967295"/>
          </p:nvPr>
        </p:nvSpPr>
        <p:spPr>
          <a:xfrm>
            <a:off x="1052622" y="155976"/>
            <a:ext cx="8761413" cy="708025"/>
          </a:xfrm>
        </p:spPr>
        <p:txBody>
          <a:bodyPr/>
          <a:lstStyle/>
          <a:p>
            <a:pPr algn="ctr"/>
            <a:r>
              <a:rPr lang="en-US" sz="2800">
                <a:solidFill>
                  <a:schemeClr val="tx1"/>
                </a:solidFill>
              </a:rPr>
              <a:t>Cyber Security Language Models</a:t>
            </a:r>
          </a:p>
        </p:txBody>
      </p:sp>
      <p:graphicFrame>
        <p:nvGraphicFramePr>
          <p:cNvPr id="3" name="Table 2">
            <a:extLst>
              <a:ext uri="{FF2B5EF4-FFF2-40B4-BE49-F238E27FC236}">
                <a16:creationId xmlns:a16="http://schemas.microsoft.com/office/drawing/2014/main" id="{725C5B1F-C897-8651-9A7C-330C8E50B30A}"/>
              </a:ext>
            </a:extLst>
          </p:cNvPr>
          <p:cNvGraphicFramePr>
            <a:graphicFrameLocks noGrp="1"/>
          </p:cNvGraphicFramePr>
          <p:nvPr>
            <p:extLst>
              <p:ext uri="{D42A27DB-BD31-4B8C-83A1-F6EECF244321}">
                <p14:modId xmlns:p14="http://schemas.microsoft.com/office/powerpoint/2010/main" val="708461660"/>
              </p:ext>
            </p:extLst>
          </p:nvPr>
        </p:nvGraphicFramePr>
        <p:xfrm>
          <a:off x="563526" y="937770"/>
          <a:ext cx="10674451" cy="5188709"/>
        </p:xfrm>
        <a:graphic>
          <a:graphicData uri="http://schemas.openxmlformats.org/drawingml/2006/table">
            <a:tbl>
              <a:tblPr firstRow="1" bandRow="1">
                <a:noFill/>
                <a:tableStyleId>{5C22544A-7EE6-4342-B048-85BDC9FD1C3A}</a:tableStyleId>
              </a:tblPr>
              <a:tblGrid>
                <a:gridCol w="1162015">
                  <a:extLst>
                    <a:ext uri="{9D8B030D-6E8A-4147-A177-3AD203B41FA5}">
                      <a16:colId xmlns:a16="http://schemas.microsoft.com/office/drawing/2014/main" val="3147494107"/>
                    </a:ext>
                  </a:extLst>
                </a:gridCol>
                <a:gridCol w="899489">
                  <a:extLst>
                    <a:ext uri="{9D8B030D-6E8A-4147-A177-3AD203B41FA5}">
                      <a16:colId xmlns:a16="http://schemas.microsoft.com/office/drawing/2014/main" val="3934316649"/>
                    </a:ext>
                  </a:extLst>
                </a:gridCol>
                <a:gridCol w="1324032">
                  <a:extLst>
                    <a:ext uri="{9D8B030D-6E8A-4147-A177-3AD203B41FA5}">
                      <a16:colId xmlns:a16="http://schemas.microsoft.com/office/drawing/2014/main" val="3860505591"/>
                    </a:ext>
                  </a:extLst>
                </a:gridCol>
                <a:gridCol w="1085506">
                  <a:extLst>
                    <a:ext uri="{9D8B030D-6E8A-4147-A177-3AD203B41FA5}">
                      <a16:colId xmlns:a16="http://schemas.microsoft.com/office/drawing/2014/main" val="1119723414"/>
                    </a:ext>
                  </a:extLst>
                </a:gridCol>
                <a:gridCol w="3130207">
                  <a:extLst>
                    <a:ext uri="{9D8B030D-6E8A-4147-A177-3AD203B41FA5}">
                      <a16:colId xmlns:a16="http://schemas.microsoft.com/office/drawing/2014/main" val="3430417174"/>
                    </a:ext>
                  </a:extLst>
                </a:gridCol>
                <a:gridCol w="3073202">
                  <a:extLst>
                    <a:ext uri="{9D8B030D-6E8A-4147-A177-3AD203B41FA5}">
                      <a16:colId xmlns:a16="http://schemas.microsoft.com/office/drawing/2014/main" val="1825153481"/>
                    </a:ext>
                  </a:extLst>
                </a:gridCol>
              </a:tblGrid>
              <a:tr h="431911">
                <a:tc>
                  <a:txBody>
                    <a:bodyPr/>
                    <a:lstStyle/>
                    <a:p>
                      <a:pPr algn="ctr" fontAlgn="b"/>
                      <a:r>
                        <a:rPr lang="en-US" sz="1000" b="1" u="sng" strike="noStrike" cap="none" spc="0">
                          <a:solidFill>
                            <a:schemeClr val="tx1"/>
                          </a:solidFill>
                          <a:effectLst/>
                        </a:rPr>
                        <a:t>Model Name</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Introduced</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Developer(s)</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Base Model</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Training Methodology</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Targeted Domains</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2139084753"/>
                  </a:ext>
                </a:extLst>
              </a:tr>
              <a:tr h="625638">
                <a:tc>
                  <a:txBody>
                    <a:bodyPr/>
                    <a:lstStyle/>
                    <a:p>
                      <a:pPr algn="l" fontAlgn="b"/>
                      <a:r>
                        <a:rPr lang="en-US" sz="900" i="1" u="none" strike="noStrike" cap="none" spc="0">
                          <a:solidFill>
                            <a:schemeClr val="tx1"/>
                          </a:solidFill>
                          <a:effectLst/>
                        </a:rPr>
                        <a:t>CyberPal.AI</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gn="ctr" fontAlgn="b"/>
                      <a:r>
                        <a:rPr lang="en-US" sz="900" u="none" strike="noStrike" cap="none" spc="0">
                          <a:solidFill>
                            <a:schemeClr val="tx1"/>
                          </a:solidFill>
                          <a:effectLst/>
                        </a:rPr>
                        <a:t>Aug-24</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Matan Levi et al.</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Not specified</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Instruction tuning with SecKnowledge dataset; evaluated using SecKnowledge-Eval benchmark</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Threat hunting, malware analysis, vulnerability assessment, incident response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355934464"/>
                  </a:ext>
                </a:extLst>
              </a:tr>
              <a:tr h="535781">
                <a:tc>
                  <a:txBody>
                    <a:bodyPr/>
                    <a:lstStyle/>
                    <a:p>
                      <a:pPr algn="l" fontAlgn="b"/>
                      <a:r>
                        <a:rPr lang="en-US" sz="900" i="1" u="none" strike="noStrike" cap="none" spc="0">
                          <a:solidFill>
                            <a:schemeClr val="tx1"/>
                          </a:solidFill>
                          <a:effectLst/>
                        </a:rPr>
                        <a:t>Llama-Primus</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Feb-25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Trend Micro AI Lab</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Llama-3.1-8B-Instruct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Continual pretraining on cybersecurity corpus; instruction fine-tuning with curated QA tasks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vulnerability classification, security certification preparation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75695743"/>
                  </a:ext>
                </a:extLst>
              </a:tr>
              <a:tr h="930480">
                <a:tc>
                  <a:txBody>
                    <a:bodyPr/>
                    <a:lstStyle/>
                    <a:p>
                      <a:pPr algn="l" fontAlgn="b"/>
                      <a:r>
                        <a:rPr lang="en-US" sz="900" i="1" u="none" strike="noStrike" cap="none" spc="0" err="1">
                          <a:solidFill>
                            <a:schemeClr val="tx1"/>
                          </a:solidFill>
                          <a:effectLst/>
                        </a:rPr>
                        <a:t>SecBERT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jackaduma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Pretrained from scratch on cybersecurity texts including </a:t>
                      </a:r>
                      <a:r>
                        <a:rPr lang="en-US" sz="900" u="none" strike="noStrike" cap="none" spc="0" err="1">
                          <a:solidFill>
                            <a:schemeClr val="tx1"/>
                          </a:solidFill>
                          <a:effectLst/>
                        </a:rPr>
                        <a:t>APTnotes</a:t>
                      </a:r>
                      <a:r>
                        <a:rPr lang="en-US" sz="900" u="none" strike="noStrike" cap="none" spc="0">
                          <a:solidFill>
                            <a:schemeClr val="tx1"/>
                          </a:solidFill>
                          <a:effectLst/>
                        </a:rPr>
                        <a:t>, Stucco-Data, CASIE, and SemEval-2018 Task 8; custom vocabulary</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Threat intelligence, NER, text classification, semantic understanding, Q&amp;A in cybersecurity context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019052514"/>
                  </a:ext>
                </a:extLst>
              </a:tr>
              <a:tr h="554541">
                <a:tc>
                  <a:txBody>
                    <a:bodyPr/>
                    <a:lstStyle/>
                    <a:p>
                      <a:pPr algn="l" fontAlgn="b"/>
                      <a:r>
                        <a:rPr lang="en-US" sz="900" i="1" u="none" strike="noStrike" cap="none" spc="0" err="1">
                          <a:solidFill>
                            <a:schemeClr val="tx1"/>
                          </a:solidFill>
                          <a:effectLst/>
                        </a:rPr>
                        <a:t>SecureBERT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Ehsan Aghaei et al. (UNC Charlotte)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Continual pretraining with customized tokenizer on large corpus of cybersecurity 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cyber automation, phishing detection, code and malware analysis, intrusion detection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09529436"/>
                  </a:ext>
                </a:extLst>
              </a:tr>
              <a:tr h="764291">
                <a:tc>
                  <a:txBody>
                    <a:bodyPr/>
                    <a:lstStyle/>
                    <a:p>
                      <a:pPr algn="l" fontAlgn="b"/>
                      <a:r>
                        <a:rPr lang="en-US" sz="900" i="1" u="none" strike="noStrike" cap="none" spc="0">
                          <a:solidFill>
                            <a:schemeClr val="tx1"/>
                          </a:solidFill>
                          <a:effectLst/>
                        </a:rPr>
                        <a:t>CTI-BERT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Dec-23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IBM T.J. Watson Research Center</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Pretrained from scratch on high-quality cybersecurity corpus containing CTI reports and publications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Cyber threat intelligence extraction, security entity (</a:t>
                      </a:r>
                      <a:r>
                        <a:rPr lang="en-US" sz="900" u="none" strike="noStrike" cap="none" spc="0" err="1">
                          <a:solidFill>
                            <a:schemeClr val="tx1"/>
                          </a:solidFill>
                          <a:effectLst/>
                        </a:rPr>
                        <a:t>IoCs</a:t>
                      </a:r>
                      <a:r>
                        <a:rPr lang="en-US" sz="900" u="none" strike="noStrike" cap="none" spc="0">
                          <a:solidFill>
                            <a:schemeClr val="tx1"/>
                          </a:solidFill>
                          <a:effectLst/>
                        </a:rPr>
                        <a:t>) extraction, attack technique (TTPs) classification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051085325"/>
                  </a:ext>
                </a:extLst>
              </a:tr>
              <a:tr h="554541">
                <a:tc>
                  <a:txBody>
                    <a:bodyPr/>
                    <a:lstStyle/>
                    <a:p>
                      <a:pPr algn="l" fontAlgn="b"/>
                      <a:r>
                        <a:rPr lang="en-US" sz="900" i="1" u="none" strike="noStrike" cap="none" spc="0" err="1">
                          <a:solidFill>
                            <a:schemeClr val="tx1"/>
                          </a:solidFill>
                          <a:effectLst/>
                        </a:rPr>
                        <a:t>SecurityLLM</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Jan-25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ZySec-AI</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Zephyr-7b-beta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Direct Preference Optimization (DPO) training across 30+ security domains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Threat analysis, compliance verification, security architecture reviews, SOC operations, risk management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20605362"/>
                  </a:ext>
                </a:extLst>
              </a:tr>
              <a:tr h="791526">
                <a:tc>
                  <a:txBody>
                    <a:bodyPr/>
                    <a:lstStyle/>
                    <a:p>
                      <a:pPr algn="l" fontAlgn="b"/>
                      <a:r>
                        <a:rPr lang="en-US" sz="900" i="1" u="none" strike="noStrike" cap="none" spc="0" err="1">
                          <a:solidFill>
                            <a:schemeClr val="tx1"/>
                          </a:solidFill>
                          <a:effectLst/>
                        </a:rPr>
                        <a:t>SecurityBERT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lgn="ctr" fontAlgn="b"/>
                      <a:r>
                        <a:rPr lang="en-US" sz="900" u="none" strike="noStrike" cap="none" spc="0">
                          <a:solidFill>
                            <a:schemeClr val="tx1"/>
                          </a:solidFill>
                          <a:effectLst/>
                        </a:rPr>
                        <a:t>Jun-23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Mohamed Amine </a:t>
                      </a:r>
                      <a:r>
                        <a:rPr lang="en-US" sz="900" u="none" strike="noStrike" cap="none" spc="0" err="1">
                          <a:solidFill>
                            <a:schemeClr val="tx1"/>
                          </a:solidFill>
                          <a:effectLst/>
                        </a:rPr>
                        <a:t>Ferrag</a:t>
                      </a:r>
                      <a:r>
                        <a:rPr lang="en-US" sz="900" u="none" strike="noStrike" cap="none" spc="0">
                          <a:solidFill>
                            <a:schemeClr val="tx1"/>
                          </a:solidFill>
                          <a:effectLst/>
                        </a:rPr>
                        <a:t> et al.</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Privacy-preserving encoding technique (PPFLE) combined with Byte-level Byte-Pair Encoder (BBPE) Tokenizer; trained on IoT data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Cyber threat detection in IoT/</a:t>
                      </a:r>
                      <a:r>
                        <a:rPr lang="en-US" sz="900" u="none" strike="noStrike" cap="none" spc="0" err="1">
                          <a:solidFill>
                            <a:schemeClr val="tx1"/>
                          </a:solidFill>
                          <a:effectLst/>
                        </a:rPr>
                        <a:t>IIoT</a:t>
                      </a:r>
                      <a:r>
                        <a:rPr lang="en-US" sz="900" u="none" strike="noStrike" cap="none" spc="0">
                          <a:solidFill>
                            <a:schemeClr val="tx1"/>
                          </a:solidFill>
                          <a:effectLst/>
                        </a:rPr>
                        <a:t> devices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2658963371"/>
                  </a:ext>
                </a:extLst>
              </a:tr>
            </a:tbl>
          </a:graphicData>
        </a:graphic>
      </p:graphicFrame>
      <p:sp>
        <p:nvSpPr>
          <p:cNvPr id="4" name="TextBox 3">
            <a:extLst>
              <a:ext uri="{FF2B5EF4-FFF2-40B4-BE49-F238E27FC236}">
                <a16:creationId xmlns:a16="http://schemas.microsoft.com/office/drawing/2014/main" id="{7C214B31-8379-8FB1-F2DF-05899A40DA47}"/>
              </a:ext>
            </a:extLst>
          </p:cNvPr>
          <p:cNvSpPr txBox="1"/>
          <p:nvPr/>
        </p:nvSpPr>
        <p:spPr>
          <a:xfrm>
            <a:off x="2745908" y="6240359"/>
            <a:ext cx="9323959" cy="461665"/>
          </a:xfrm>
          <a:prstGeom prst="rect">
            <a:avLst/>
          </a:prstGeom>
          <a:noFill/>
        </p:spPr>
        <p:txBody>
          <a:bodyPr wrap="square" rtlCol="0">
            <a:spAutoFit/>
          </a:bodyPr>
          <a:lstStyle/>
          <a:p>
            <a:pPr algn="ctr"/>
            <a:r>
              <a:rPr lang="en-US" sz="1200" i="1"/>
              <a:t>Variety of models have been introduced with a broad range of test methodologies and applications. Technology development and adoption is still in its infancy.</a:t>
            </a:r>
          </a:p>
        </p:txBody>
      </p:sp>
    </p:spTree>
    <p:extLst>
      <p:ext uri="{BB962C8B-B14F-4D97-AF65-F5344CB8AC3E}">
        <p14:creationId xmlns:p14="http://schemas.microsoft.com/office/powerpoint/2010/main" val="2778054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0ACC-C2EC-263E-F878-0CBE1730D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5CEEF-7524-8FC5-80E8-431E5E1E233F}"/>
              </a:ext>
            </a:extLst>
          </p:cNvPr>
          <p:cNvSpPr>
            <a:spLocks noGrp="1"/>
          </p:cNvSpPr>
          <p:nvPr>
            <p:ph type="title" idx="4294967295"/>
          </p:nvPr>
        </p:nvSpPr>
        <p:spPr>
          <a:xfrm>
            <a:off x="630936" y="155976"/>
            <a:ext cx="10479024" cy="708025"/>
          </a:xfrm>
        </p:spPr>
        <p:txBody>
          <a:bodyPr/>
          <a:lstStyle/>
          <a:p>
            <a:r>
              <a:rPr lang="en-US" sz="2400">
                <a:solidFill>
                  <a:schemeClr val="tx1"/>
                </a:solidFill>
              </a:rPr>
              <a:t>Evaluating the Performance of Cyber Security LLMs</a:t>
            </a:r>
            <a:br>
              <a:rPr lang="en-US" sz="2400">
                <a:solidFill>
                  <a:schemeClr val="tx1"/>
                </a:solidFill>
              </a:rPr>
            </a:br>
            <a:r>
              <a:rPr lang="en-US" sz="1600" i="1">
                <a:solidFill>
                  <a:schemeClr val="tx1"/>
                </a:solidFill>
              </a:rPr>
              <a:t>Benchmarks for Cyber Security Language Models</a:t>
            </a:r>
            <a:endParaRPr lang="en-US" sz="2400" i="1">
              <a:solidFill>
                <a:schemeClr val="tx1"/>
              </a:solidFill>
            </a:endParaRPr>
          </a:p>
        </p:txBody>
      </p:sp>
      <p:sp>
        <p:nvSpPr>
          <p:cNvPr id="6" name="TextBox 5">
            <a:extLst>
              <a:ext uri="{FF2B5EF4-FFF2-40B4-BE49-F238E27FC236}">
                <a16:creationId xmlns:a16="http://schemas.microsoft.com/office/drawing/2014/main" id="{D7F9D358-66FD-C30E-5BF8-7620F292A4CC}"/>
              </a:ext>
            </a:extLst>
          </p:cNvPr>
          <p:cNvSpPr txBox="1"/>
          <p:nvPr/>
        </p:nvSpPr>
        <p:spPr>
          <a:xfrm>
            <a:off x="2462090" y="6240359"/>
            <a:ext cx="9323959" cy="461665"/>
          </a:xfrm>
          <a:prstGeom prst="rect">
            <a:avLst/>
          </a:prstGeom>
          <a:noFill/>
        </p:spPr>
        <p:txBody>
          <a:bodyPr wrap="square" rtlCol="0">
            <a:spAutoFit/>
          </a:bodyPr>
          <a:lstStyle/>
          <a:p>
            <a:pPr algn="ctr"/>
            <a:r>
              <a:rPr lang="en-US" sz="1200" i="1"/>
              <a:t>Evaluation of open-source benchmarks, applicability to threat intelligence specifically and potentially expanding and creating our own benchmark that speaks to the capabilities around Flashpoint Threat Intel specifically.</a:t>
            </a:r>
          </a:p>
        </p:txBody>
      </p:sp>
      <p:graphicFrame>
        <p:nvGraphicFramePr>
          <p:cNvPr id="3" name="Table 2">
            <a:extLst>
              <a:ext uri="{FF2B5EF4-FFF2-40B4-BE49-F238E27FC236}">
                <a16:creationId xmlns:a16="http://schemas.microsoft.com/office/drawing/2014/main" id="{BBC8969C-3DC7-7FEA-A8EC-791CF71A04FF}"/>
              </a:ext>
            </a:extLst>
          </p:cNvPr>
          <p:cNvGraphicFramePr>
            <a:graphicFrameLocks noGrp="1"/>
          </p:cNvGraphicFramePr>
          <p:nvPr/>
        </p:nvGraphicFramePr>
        <p:xfrm>
          <a:off x="1222248" y="1161023"/>
          <a:ext cx="9747504" cy="4782313"/>
        </p:xfrm>
        <a:graphic>
          <a:graphicData uri="http://schemas.openxmlformats.org/drawingml/2006/table">
            <a:tbl>
              <a:tblPr/>
              <a:tblGrid>
                <a:gridCol w="1542288">
                  <a:extLst>
                    <a:ext uri="{9D8B030D-6E8A-4147-A177-3AD203B41FA5}">
                      <a16:colId xmlns:a16="http://schemas.microsoft.com/office/drawing/2014/main" val="3342346885"/>
                    </a:ext>
                  </a:extLst>
                </a:gridCol>
                <a:gridCol w="1306019">
                  <a:extLst>
                    <a:ext uri="{9D8B030D-6E8A-4147-A177-3AD203B41FA5}">
                      <a16:colId xmlns:a16="http://schemas.microsoft.com/office/drawing/2014/main" val="2209120549"/>
                    </a:ext>
                  </a:extLst>
                </a:gridCol>
                <a:gridCol w="1356851">
                  <a:extLst>
                    <a:ext uri="{9D8B030D-6E8A-4147-A177-3AD203B41FA5}">
                      <a16:colId xmlns:a16="http://schemas.microsoft.com/office/drawing/2014/main" val="3689378265"/>
                    </a:ext>
                  </a:extLst>
                </a:gridCol>
                <a:gridCol w="2433386">
                  <a:extLst>
                    <a:ext uri="{9D8B030D-6E8A-4147-A177-3AD203B41FA5}">
                      <a16:colId xmlns:a16="http://schemas.microsoft.com/office/drawing/2014/main" val="1466355639"/>
                    </a:ext>
                  </a:extLst>
                </a:gridCol>
                <a:gridCol w="2236937">
                  <a:extLst>
                    <a:ext uri="{9D8B030D-6E8A-4147-A177-3AD203B41FA5}">
                      <a16:colId xmlns:a16="http://schemas.microsoft.com/office/drawing/2014/main" val="1411992449"/>
                    </a:ext>
                  </a:extLst>
                </a:gridCol>
                <a:gridCol w="872023">
                  <a:extLst>
                    <a:ext uri="{9D8B030D-6E8A-4147-A177-3AD203B41FA5}">
                      <a16:colId xmlns:a16="http://schemas.microsoft.com/office/drawing/2014/main" val="344943445"/>
                    </a:ext>
                  </a:extLst>
                </a:gridCol>
              </a:tblGrid>
              <a:tr h="231649">
                <a:tc>
                  <a:txBody>
                    <a:bodyPr/>
                    <a:lstStyle/>
                    <a:p>
                      <a:pPr algn="ctr" fontAlgn="b"/>
                      <a:r>
                        <a:rPr lang="en-US" sz="900" b="1" i="0" u="sng" strike="noStrike">
                          <a:solidFill>
                            <a:srgbClr val="000000"/>
                          </a:solidFill>
                          <a:effectLst/>
                          <a:latin typeface="Century Gothic" panose="020B0502020202020204" pitchFamily="34" charset="0"/>
                        </a:rPr>
                        <a:t>Benchmark</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Organization / Authors</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Open Source</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Cybersecurity Domain</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Key Tasks</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Introduced In</a:t>
                      </a:r>
                    </a:p>
                  </a:txBody>
                  <a:tcPr marL="5556" marR="5556" marT="5556" marB="0">
                    <a:lnL>
                      <a:noFill/>
                    </a:lnL>
                    <a:lnR>
                      <a:noFill/>
                    </a:lnR>
                    <a:lnT>
                      <a:noFill/>
                    </a:lnT>
                    <a:lnB>
                      <a:noFill/>
                    </a:lnB>
                    <a:noFill/>
                  </a:tcPr>
                </a:tc>
                <a:extLst>
                  <a:ext uri="{0D108BD9-81ED-4DB2-BD59-A6C34878D82A}">
                    <a16:rowId xmlns:a16="http://schemas.microsoft.com/office/drawing/2014/main" val="3361081929"/>
                  </a:ext>
                </a:extLst>
              </a:tr>
              <a:tr h="683188">
                <a:tc>
                  <a:txBody>
                    <a:bodyPr/>
                    <a:lstStyle/>
                    <a:p>
                      <a:pPr algn="l" fontAlgn="b"/>
                      <a:r>
                        <a:rPr lang="en-US" sz="900" b="0" i="1" u="none" strike="noStrike">
                          <a:solidFill>
                            <a:srgbClr val="000000"/>
                          </a:solidFill>
                          <a:effectLst/>
                          <a:latin typeface="Century Gothic" panose="020B0502020202020204" pitchFamily="34" charset="0"/>
                        </a:rPr>
                        <a:t>CTIBench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University of Waterloo &amp; AI4Sec</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Yes (GitHub, Hugging Face)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 Intelligence, Vulnerability Analysis, Threat Attribution</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CTI-MCQ, CTI-RCM, CTI-VSP, CTI-TAA</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Jul-24</a:t>
                      </a:r>
                    </a:p>
                  </a:txBody>
                  <a:tcPr marL="5556" marR="5556" marT="5556" marB="0">
                    <a:lnL>
                      <a:noFill/>
                    </a:lnL>
                    <a:lnR>
                      <a:noFill/>
                    </a:lnR>
                    <a:lnT>
                      <a:noFill/>
                    </a:lnT>
                    <a:lnB>
                      <a:noFill/>
                    </a:lnB>
                    <a:noFill/>
                  </a:tcPr>
                </a:tc>
                <a:extLst>
                  <a:ext uri="{0D108BD9-81ED-4DB2-BD59-A6C34878D82A}">
                    <a16:rowId xmlns:a16="http://schemas.microsoft.com/office/drawing/2014/main" val="965266689"/>
                  </a:ext>
                </a:extLst>
              </a:tr>
              <a:tr h="796072">
                <a:tc>
                  <a:txBody>
                    <a:bodyPr/>
                    <a:lstStyle/>
                    <a:p>
                      <a:pPr algn="l" fontAlgn="b"/>
                      <a:r>
                        <a:rPr lang="en-US" sz="900" b="0" i="1" u="none" strike="noStrike">
                          <a:solidFill>
                            <a:srgbClr val="000000"/>
                          </a:solidFill>
                          <a:effectLst/>
                          <a:latin typeface="Century Gothic" panose="020B0502020202020204" pitchFamily="34" charset="0"/>
                        </a:rPr>
                        <a:t>SecKnowledge-Eval</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CyberPal.AI (Authors of SecKnowledge Paper)</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 (Contact authors)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Instruction Following, Threat Analysis, Security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Threat/attack pattern understanding, contextual security tasks</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Aug-24</a:t>
                      </a:r>
                    </a:p>
                  </a:txBody>
                  <a:tcPr marL="5556" marR="5556" marT="5556" marB="0">
                    <a:lnL>
                      <a:noFill/>
                    </a:lnL>
                    <a:lnR>
                      <a:noFill/>
                    </a:lnR>
                    <a:lnT>
                      <a:noFill/>
                    </a:lnT>
                    <a:lnB>
                      <a:noFill/>
                    </a:lnB>
                    <a:noFill/>
                  </a:tcPr>
                </a:tc>
                <a:extLst>
                  <a:ext uri="{0D108BD9-81ED-4DB2-BD59-A6C34878D82A}">
                    <a16:rowId xmlns:a16="http://schemas.microsoft.com/office/drawing/2014/main" val="2833131442"/>
                  </a:ext>
                </a:extLst>
              </a:tr>
              <a:tr h="908956">
                <a:tc>
                  <a:txBody>
                    <a:bodyPr/>
                    <a:lstStyle/>
                    <a:p>
                      <a:pPr algn="l" fontAlgn="b"/>
                      <a:r>
                        <a:rPr lang="en-US" sz="900" b="0" i="1" u="none" strike="noStrike">
                          <a:solidFill>
                            <a:srgbClr val="000000"/>
                          </a:solidFill>
                          <a:effectLst/>
                          <a:latin typeface="Century Gothic" panose="020B0502020202020204" pitchFamily="34" charset="0"/>
                        </a:rPr>
                        <a:t>CyberSecEval 2</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Meta AI</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Offensive &amp; Defensive Cybersecurity, LLM Risk Assessment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Malicious instruction handling, threat detection, security training evaluation</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Apr-24</a:t>
                      </a:r>
                    </a:p>
                  </a:txBody>
                  <a:tcPr marL="5556" marR="5556" marT="5556" marB="0">
                    <a:lnL>
                      <a:noFill/>
                    </a:lnL>
                    <a:lnR>
                      <a:noFill/>
                    </a:lnR>
                    <a:lnT>
                      <a:noFill/>
                    </a:lnT>
                    <a:lnB>
                      <a:noFill/>
                    </a:lnB>
                    <a:noFill/>
                  </a:tcPr>
                </a:tc>
                <a:extLst>
                  <a:ext uri="{0D108BD9-81ED-4DB2-BD59-A6C34878D82A}">
                    <a16:rowId xmlns:a16="http://schemas.microsoft.com/office/drawing/2014/main" val="386113049"/>
                  </a:ext>
                </a:extLst>
              </a:tr>
              <a:tr h="683188">
                <a:tc>
                  <a:txBody>
                    <a:bodyPr/>
                    <a:lstStyle/>
                    <a:p>
                      <a:pPr algn="l" fontAlgn="b"/>
                      <a:r>
                        <a:rPr lang="en-US" sz="900" b="0" i="1" u="none" strike="noStrike">
                          <a:solidFill>
                            <a:srgbClr val="000000"/>
                          </a:solidFill>
                          <a:effectLst/>
                          <a:latin typeface="Century Gothic" panose="020B0502020202020204" pitchFamily="34" charset="0"/>
                        </a:rPr>
                        <a:t>Sophos Benchmark Suite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Sophos AI</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SOC Operations, Incident Handling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Incident summarization, SQL generation, severity rating</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Mar-24</a:t>
                      </a:r>
                    </a:p>
                  </a:txBody>
                  <a:tcPr marL="5556" marR="5556" marT="5556" marB="0">
                    <a:lnL>
                      <a:noFill/>
                    </a:lnL>
                    <a:lnR>
                      <a:noFill/>
                    </a:lnR>
                    <a:lnT>
                      <a:noFill/>
                    </a:lnT>
                    <a:lnB>
                      <a:noFill/>
                    </a:lnB>
                    <a:noFill/>
                  </a:tcPr>
                </a:tc>
                <a:extLst>
                  <a:ext uri="{0D108BD9-81ED-4DB2-BD59-A6C34878D82A}">
                    <a16:rowId xmlns:a16="http://schemas.microsoft.com/office/drawing/2014/main" val="1532253461"/>
                  </a:ext>
                </a:extLst>
              </a:tr>
              <a:tr h="796072">
                <a:tc>
                  <a:txBody>
                    <a:bodyPr/>
                    <a:lstStyle/>
                    <a:p>
                      <a:pPr algn="l" fontAlgn="b"/>
                      <a:r>
                        <a:rPr lang="en-US" sz="900" b="0" i="1" u="none" strike="noStrike">
                          <a:solidFill>
                            <a:srgbClr val="000000"/>
                          </a:solidFill>
                          <a:effectLst/>
                          <a:latin typeface="Century Gothic" panose="020B0502020202020204" pitchFamily="34" charset="0"/>
                        </a:rPr>
                        <a:t>SECURE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Rochester Institute of Technology</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Partially (some datasets)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ICS Security, Threat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Knowledge extraction, understanding, reasoning in ICS scenarios</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May-24</a:t>
                      </a:r>
                    </a:p>
                  </a:txBody>
                  <a:tcPr marL="5556" marR="5556" marT="5556" marB="0">
                    <a:lnL>
                      <a:noFill/>
                    </a:lnL>
                    <a:lnR>
                      <a:noFill/>
                    </a:lnR>
                    <a:lnT>
                      <a:noFill/>
                    </a:lnT>
                    <a:lnB>
                      <a:noFill/>
                    </a:lnB>
                    <a:noFill/>
                  </a:tcPr>
                </a:tc>
                <a:extLst>
                  <a:ext uri="{0D108BD9-81ED-4DB2-BD59-A6C34878D82A}">
                    <a16:rowId xmlns:a16="http://schemas.microsoft.com/office/drawing/2014/main" val="3348344907"/>
                  </a:ext>
                </a:extLst>
              </a:tr>
              <a:tr h="683188">
                <a:tc>
                  <a:txBody>
                    <a:bodyPr/>
                    <a:lstStyle/>
                    <a:p>
                      <a:pPr algn="l" fontAlgn="b"/>
                      <a:r>
                        <a:rPr lang="en-US" sz="900" b="0" i="1" u="none" strike="noStrike">
                          <a:solidFill>
                            <a:srgbClr val="000000"/>
                          </a:solidFill>
                          <a:effectLst/>
                          <a:latin typeface="Century Gothic" panose="020B0502020202020204" pitchFamily="34" charset="0"/>
                        </a:rPr>
                        <a:t>Cybench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Community Researchers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Limited (some CTF challenges)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Offensive Security, Exploit Development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task solving, vulnerability discovery, exploit execution</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Jun-24</a:t>
                      </a:r>
                    </a:p>
                  </a:txBody>
                  <a:tcPr marL="5556" marR="5556" marT="5556" marB="0">
                    <a:lnL>
                      <a:noFill/>
                    </a:lnL>
                    <a:lnR>
                      <a:noFill/>
                    </a:lnR>
                    <a:lnT>
                      <a:noFill/>
                    </a:lnT>
                    <a:lnB>
                      <a:noFill/>
                    </a:lnB>
                    <a:noFill/>
                  </a:tcPr>
                </a:tc>
                <a:extLst>
                  <a:ext uri="{0D108BD9-81ED-4DB2-BD59-A6C34878D82A}">
                    <a16:rowId xmlns:a16="http://schemas.microsoft.com/office/drawing/2014/main" val="2081304461"/>
                  </a:ext>
                </a:extLst>
              </a:tr>
            </a:tbl>
          </a:graphicData>
        </a:graphic>
      </p:graphicFrame>
    </p:spTree>
    <p:extLst>
      <p:ext uri="{BB962C8B-B14F-4D97-AF65-F5344CB8AC3E}">
        <p14:creationId xmlns:p14="http://schemas.microsoft.com/office/powerpoint/2010/main" val="683571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9621" y="486867"/>
            <a:ext cx="6667401" cy="553244"/>
          </a:xfrm>
          <a:prstGeom prst="rect">
            <a:avLst/>
          </a:prstGeom>
          <a:noFill/>
          <a:ln/>
        </p:spPr>
        <p:txBody>
          <a:bodyPr wrap="none" lIns="0" tIns="0" rIns="0" bIns="0" rtlCol="0" anchor="t"/>
          <a:lstStyle/>
          <a:p>
            <a:pPr>
              <a:lnSpc>
                <a:spcPts val="4333"/>
              </a:lnSpc>
            </a:pPr>
            <a:r>
              <a:rPr lang="en-US" sz="3458" b="1">
                <a:solidFill>
                  <a:srgbClr val="231971"/>
                </a:solidFill>
                <a:latin typeface="Outfit Extra Bold" pitchFamily="34" charset="0"/>
                <a:ea typeface="Outfit Extra Bold" pitchFamily="34" charset="-122"/>
                <a:cs typeface="Outfit Extra Bold" pitchFamily="34" charset="-120"/>
              </a:rPr>
              <a:t>Base-model Selection &amp; Training</a:t>
            </a:r>
            <a:endParaRPr lang="en-US" sz="3458"/>
          </a:p>
        </p:txBody>
      </p:sp>
      <p:pic>
        <p:nvPicPr>
          <p:cNvPr id="3" name="Image 0" descr="preencoded.png"/>
          <p:cNvPicPr>
            <a:picLocks noChangeAspect="1"/>
          </p:cNvPicPr>
          <p:nvPr/>
        </p:nvPicPr>
        <p:blipFill>
          <a:blip r:embed="rId3"/>
          <a:stretch>
            <a:fillRect/>
          </a:stretch>
        </p:blipFill>
        <p:spPr>
          <a:xfrm>
            <a:off x="2680097" y="1394123"/>
            <a:ext cx="1355328" cy="1019969"/>
          </a:xfrm>
          <a:prstGeom prst="rect">
            <a:avLst/>
          </a:prstGeom>
        </p:spPr>
      </p:pic>
      <p:pic>
        <p:nvPicPr>
          <p:cNvPr id="4" name="Image 1" descr="preencoded.png"/>
          <p:cNvPicPr>
            <a:picLocks noChangeAspect="1"/>
          </p:cNvPicPr>
          <p:nvPr/>
        </p:nvPicPr>
        <p:blipFill>
          <a:blip r:embed="rId4"/>
          <a:stretch>
            <a:fillRect/>
          </a:stretch>
        </p:blipFill>
        <p:spPr>
          <a:xfrm>
            <a:off x="3233242" y="1874937"/>
            <a:ext cx="248940" cy="311150"/>
          </a:xfrm>
          <a:prstGeom prst="rect">
            <a:avLst/>
          </a:prstGeom>
        </p:spPr>
      </p:pic>
      <p:sp>
        <p:nvSpPr>
          <p:cNvPr id="5" name="Text 1"/>
          <p:cNvSpPr/>
          <p:nvPr/>
        </p:nvSpPr>
        <p:spPr>
          <a:xfrm>
            <a:off x="4212432" y="1571129"/>
            <a:ext cx="2228354"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Domain-Specific LLM</a:t>
            </a:r>
            <a:endParaRPr lang="en-US" sz="1708"/>
          </a:p>
        </p:txBody>
      </p:sp>
      <p:sp>
        <p:nvSpPr>
          <p:cNvPr id="6" name="Text 2"/>
          <p:cNvSpPr/>
          <p:nvPr/>
        </p:nvSpPr>
        <p:spPr>
          <a:xfrm>
            <a:off x="4212432" y="1953915"/>
            <a:ext cx="2941538"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Specialized for cybersecurity analysis</a:t>
            </a:r>
            <a:endParaRPr lang="en-US" sz="1375"/>
          </a:p>
        </p:txBody>
      </p:sp>
      <p:sp>
        <p:nvSpPr>
          <p:cNvPr id="7" name="Shape 3"/>
          <p:cNvSpPr/>
          <p:nvPr/>
        </p:nvSpPr>
        <p:spPr>
          <a:xfrm>
            <a:off x="4079677" y="2428280"/>
            <a:ext cx="7448451" cy="9525"/>
          </a:xfrm>
          <a:prstGeom prst="roundRect">
            <a:avLst>
              <a:gd name="adj" fmla="val 780718"/>
            </a:avLst>
          </a:prstGeom>
          <a:solidFill>
            <a:srgbClr val="BDB8DF"/>
          </a:solidFill>
          <a:ln/>
        </p:spPr>
        <p:txBody>
          <a:bodyPr/>
          <a:lstStyle/>
          <a:p>
            <a:endParaRPr lang="en-CA" sz="1500"/>
          </a:p>
        </p:txBody>
      </p:sp>
      <p:pic>
        <p:nvPicPr>
          <p:cNvPr id="8" name="Image 2" descr="preencoded.png"/>
          <p:cNvPicPr>
            <a:picLocks noChangeAspect="1"/>
          </p:cNvPicPr>
          <p:nvPr/>
        </p:nvPicPr>
        <p:blipFill>
          <a:blip r:embed="rId5"/>
          <a:stretch>
            <a:fillRect/>
          </a:stretch>
        </p:blipFill>
        <p:spPr>
          <a:xfrm>
            <a:off x="2002334" y="2458344"/>
            <a:ext cx="2710756" cy="1019969"/>
          </a:xfrm>
          <a:prstGeom prst="rect">
            <a:avLst/>
          </a:prstGeom>
        </p:spPr>
      </p:pic>
      <p:sp>
        <p:nvSpPr>
          <p:cNvPr id="9" name="Text 4"/>
          <p:cNvSpPr/>
          <p:nvPr/>
        </p:nvSpPr>
        <p:spPr>
          <a:xfrm>
            <a:off x="3233242" y="2812753"/>
            <a:ext cx="248940" cy="311150"/>
          </a:xfrm>
          <a:prstGeom prst="rect">
            <a:avLst/>
          </a:prstGeom>
          <a:noFill/>
          <a:ln/>
        </p:spPr>
        <p:txBody>
          <a:bodyPr wrap="none" lIns="0" tIns="0" rIns="0" bIns="0" rtlCol="0" anchor="t"/>
          <a:lstStyle/>
          <a:p>
            <a:pPr algn="ctr">
              <a:lnSpc>
                <a:spcPts val="3125"/>
              </a:lnSpc>
            </a:pPr>
            <a:r>
              <a:rPr lang="en-US" sz="1958" b="1">
                <a:solidFill>
                  <a:srgbClr val="2A2742"/>
                </a:solidFill>
                <a:latin typeface="Outfit Extra Bold" pitchFamily="34" charset="0"/>
                <a:ea typeface="Outfit Extra Bold" pitchFamily="34" charset="-122"/>
                <a:cs typeface="Outfit Extra Bold" pitchFamily="34" charset="-120"/>
              </a:rPr>
              <a:t>2</a:t>
            </a:r>
            <a:endParaRPr lang="en-US" sz="1958"/>
          </a:p>
        </p:txBody>
      </p:sp>
      <p:sp>
        <p:nvSpPr>
          <p:cNvPr id="10" name="Text 5"/>
          <p:cNvSpPr/>
          <p:nvPr/>
        </p:nvSpPr>
        <p:spPr>
          <a:xfrm>
            <a:off x="4890095" y="2635349"/>
            <a:ext cx="2105323"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Fine-Tuning Pipeline</a:t>
            </a:r>
            <a:endParaRPr lang="en-US" sz="1708"/>
          </a:p>
        </p:txBody>
      </p:sp>
      <p:sp>
        <p:nvSpPr>
          <p:cNvPr id="11" name="Text 6"/>
          <p:cNvSpPr/>
          <p:nvPr/>
        </p:nvSpPr>
        <p:spPr>
          <a:xfrm>
            <a:off x="4890095" y="3018135"/>
            <a:ext cx="2105323"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Adapting to security tasks</a:t>
            </a:r>
            <a:endParaRPr lang="en-US" sz="1375"/>
          </a:p>
        </p:txBody>
      </p:sp>
      <p:sp>
        <p:nvSpPr>
          <p:cNvPr id="12" name="Shape 7"/>
          <p:cNvSpPr/>
          <p:nvPr/>
        </p:nvSpPr>
        <p:spPr>
          <a:xfrm>
            <a:off x="4757341" y="3492500"/>
            <a:ext cx="6770787" cy="9525"/>
          </a:xfrm>
          <a:prstGeom prst="roundRect">
            <a:avLst>
              <a:gd name="adj" fmla="val 780718"/>
            </a:avLst>
          </a:prstGeom>
          <a:solidFill>
            <a:srgbClr val="BDB8DF"/>
          </a:solidFill>
          <a:ln/>
        </p:spPr>
        <p:txBody>
          <a:bodyPr/>
          <a:lstStyle/>
          <a:p>
            <a:endParaRPr lang="en-CA" sz="1500"/>
          </a:p>
        </p:txBody>
      </p:sp>
      <p:pic>
        <p:nvPicPr>
          <p:cNvPr id="13" name="Image 3" descr="preencoded.png"/>
          <p:cNvPicPr>
            <a:picLocks noChangeAspect="1"/>
          </p:cNvPicPr>
          <p:nvPr/>
        </p:nvPicPr>
        <p:blipFill>
          <a:blip r:embed="rId6"/>
          <a:stretch>
            <a:fillRect/>
          </a:stretch>
        </p:blipFill>
        <p:spPr>
          <a:xfrm>
            <a:off x="1324669" y="3522564"/>
            <a:ext cx="4066183" cy="1019969"/>
          </a:xfrm>
          <a:prstGeom prst="rect">
            <a:avLst/>
          </a:prstGeom>
        </p:spPr>
      </p:pic>
      <p:pic>
        <p:nvPicPr>
          <p:cNvPr id="14" name="Image 4" descr="preencoded.png"/>
          <p:cNvPicPr>
            <a:picLocks noChangeAspect="1"/>
          </p:cNvPicPr>
          <p:nvPr/>
        </p:nvPicPr>
        <p:blipFill>
          <a:blip r:embed="rId7"/>
          <a:stretch>
            <a:fillRect/>
          </a:stretch>
        </p:blipFill>
        <p:spPr>
          <a:xfrm>
            <a:off x="3233242" y="3876973"/>
            <a:ext cx="248940" cy="311150"/>
          </a:xfrm>
          <a:prstGeom prst="rect">
            <a:avLst/>
          </a:prstGeom>
        </p:spPr>
      </p:pic>
      <p:sp>
        <p:nvSpPr>
          <p:cNvPr id="15" name="Text 8"/>
          <p:cNvSpPr/>
          <p:nvPr/>
        </p:nvSpPr>
        <p:spPr>
          <a:xfrm>
            <a:off x="5567859" y="3699569"/>
            <a:ext cx="2741414"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Benchmarking Framework</a:t>
            </a:r>
            <a:endParaRPr lang="en-US" sz="1708"/>
          </a:p>
        </p:txBody>
      </p:sp>
      <p:sp>
        <p:nvSpPr>
          <p:cNvPr id="16" name="Text 9"/>
          <p:cNvSpPr/>
          <p:nvPr/>
        </p:nvSpPr>
        <p:spPr>
          <a:xfrm>
            <a:off x="5567859" y="4082356"/>
            <a:ext cx="3177481"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Measuring security-specific performance</a:t>
            </a:r>
            <a:endParaRPr lang="en-US" sz="1375"/>
          </a:p>
        </p:txBody>
      </p:sp>
      <p:sp>
        <p:nvSpPr>
          <p:cNvPr id="17" name="Shape 10"/>
          <p:cNvSpPr/>
          <p:nvPr/>
        </p:nvSpPr>
        <p:spPr>
          <a:xfrm>
            <a:off x="5435104" y="4556720"/>
            <a:ext cx="6093023" cy="9525"/>
          </a:xfrm>
          <a:prstGeom prst="roundRect">
            <a:avLst>
              <a:gd name="adj" fmla="val 780718"/>
            </a:avLst>
          </a:prstGeom>
          <a:solidFill>
            <a:srgbClr val="BDB8DF"/>
          </a:solidFill>
          <a:ln/>
        </p:spPr>
        <p:txBody>
          <a:bodyPr/>
          <a:lstStyle/>
          <a:p>
            <a:endParaRPr lang="en-CA" sz="1500"/>
          </a:p>
        </p:txBody>
      </p:sp>
      <p:pic>
        <p:nvPicPr>
          <p:cNvPr id="18" name="Image 5" descr="preencoded.png"/>
          <p:cNvPicPr>
            <a:picLocks noChangeAspect="1"/>
          </p:cNvPicPr>
          <p:nvPr/>
        </p:nvPicPr>
        <p:blipFill>
          <a:blip r:embed="rId8"/>
          <a:stretch>
            <a:fillRect/>
          </a:stretch>
        </p:blipFill>
        <p:spPr>
          <a:xfrm>
            <a:off x="646906" y="4586784"/>
            <a:ext cx="5421610" cy="1019969"/>
          </a:xfrm>
          <a:prstGeom prst="rect">
            <a:avLst/>
          </a:prstGeom>
        </p:spPr>
      </p:pic>
      <p:pic>
        <p:nvPicPr>
          <p:cNvPr id="19" name="Image 6" descr="preencoded.png"/>
          <p:cNvPicPr>
            <a:picLocks noChangeAspect="1"/>
          </p:cNvPicPr>
          <p:nvPr/>
        </p:nvPicPr>
        <p:blipFill>
          <a:blip r:embed="rId9"/>
          <a:stretch>
            <a:fillRect/>
          </a:stretch>
        </p:blipFill>
        <p:spPr>
          <a:xfrm>
            <a:off x="3233242" y="4941193"/>
            <a:ext cx="248940" cy="311150"/>
          </a:xfrm>
          <a:prstGeom prst="rect">
            <a:avLst/>
          </a:prstGeom>
        </p:spPr>
      </p:pic>
      <p:sp>
        <p:nvSpPr>
          <p:cNvPr id="20" name="Text 11"/>
          <p:cNvSpPr/>
          <p:nvPr/>
        </p:nvSpPr>
        <p:spPr>
          <a:xfrm>
            <a:off x="6245522" y="4763790"/>
            <a:ext cx="2194322"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Safety Guardrails</a:t>
            </a:r>
            <a:endParaRPr lang="en-US" sz="1708"/>
          </a:p>
        </p:txBody>
      </p:sp>
      <p:sp>
        <p:nvSpPr>
          <p:cNvPr id="21" name="Text 12"/>
          <p:cNvSpPr/>
          <p:nvPr/>
        </p:nvSpPr>
        <p:spPr>
          <a:xfrm>
            <a:off x="6245522" y="5146576"/>
            <a:ext cx="2194322"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Ensuring responsible AI use</a:t>
            </a:r>
            <a:endParaRPr lang="en-US" sz="1375"/>
          </a:p>
        </p:txBody>
      </p:sp>
      <p:sp>
        <p:nvSpPr>
          <p:cNvPr id="22" name="Text 13"/>
          <p:cNvSpPr/>
          <p:nvPr/>
        </p:nvSpPr>
        <p:spPr>
          <a:xfrm>
            <a:off x="619621" y="5805885"/>
            <a:ext cx="10952758" cy="566341"/>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Leveraging Large Language Models (LLMs) for tasks like summarizing threat intelligence, explaining alerts, or answering analyst questions requires selecting a suitable base model and fine-tuning it on domain-specific data.</a:t>
            </a:r>
            <a:endParaRPr lang="en-US" sz="1375"/>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4157" y="443309"/>
            <a:ext cx="5149057" cy="503733"/>
          </a:xfrm>
          <a:prstGeom prst="rect">
            <a:avLst/>
          </a:prstGeom>
          <a:noFill/>
          <a:ln/>
        </p:spPr>
        <p:txBody>
          <a:bodyPr wrap="none" lIns="0" tIns="0" rIns="0" bIns="0" rtlCol="0" anchor="t"/>
          <a:lstStyle/>
          <a:p>
            <a:pPr>
              <a:lnSpc>
                <a:spcPts val="3958"/>
              </a:lnSpc>
            </a:pPr>
            <a:r>
              <a:rPr lang="en-US" sz="3167" b="1">
                <a:solidFill>
                  <a:srgbClr val="231971"/>
                </a:solidFill>
                <a:latin typeface="Outfit Extra Bold" pitchFamily="34" charset="0"/>
                <a:ea typeface="Outfit Extra Bold" pitchFamily="34" charset="-122"/>
                <a:cs typeface="Outfit Extra Bold" pitchFamily="34" charset="-120"/>
              </a:rPr>
              <a:t>Benchmarking Base Models</a:t>
            </a:r>
            <a:endParaRPr lang="en-US" sz="3167"/>
          </a:p>
        </p:txBody>
      </p:sp>
      <p:sp>
        <p:nvSpPr>
          <p:cNvPr id="3" name="Shape 1"/>
          <p:cNvSpPr/>
          <p:nvPr/>
        </p:nvSpPr>
        <p:spPr>
          <a:xfrm>
            <a:off x="564158" y="1269405"/>
            <a:ext cx="11063684" cy="3054350"/>
          </a:xfrm>
          <a:prstGeom prst="roundRect">
            <a:avLst>
              <a:gd name="adj" fmla="val 2217"/>
            </a:avLst>
          </a:prstGeom>
          <a:noFill/>
          <a:ln w="7620">
            <a:solidFill>
              <a:srgbClr val="000000">
                <a:alpha val="8000"/>
              </a:srgbClr>
            </a:solidFill>
            <a:prstDash val="solid"/>
          </a:ln>
        </p:spPr>
        <p:txBody>
          <a:bodyPr/>
          <a:lstStyle/>
          <a:p>
            <a:endParaRPr lang="en-CA" sz="1500"/>
          </a:p>
        </p:txBody>
      </p:sp>
      <p:sp>
        <p:nvSpPr>
          <p:cNvPr id="4" name="Shape 2"/>
          <p:cNvSpPr/>
          <p:nvPr/>
        </p:nvSpPr>
        <p:spPr>
          <a:xfrm>
            <a:off x="570508" y="1275755"/>
            <a:ext cx="11050984" cy="721916"/>
          </a:xfrm>
          <a:prstGeom prst="rect">
            <a:avLst/>
          </a:prstGeom>
          <a:solidFill>
            <a:srgbClr val="FFFFFF">
              <a:alpha val="4000"/>
            </a:srgbClr>
          </a:solidFill>
          <a:ln/>
        </p:spPr>
        <p:txBody>
          <a:bodyPr/>
          <a:lstStyle/>
          <a:p>
            <a:endParaRPr lang="en-CA" sz="1500"/>
          </a:p>
        </p:txBody>
      </p:sp>
      <p:sp>
        <p:nvSpPr>
          <p:cNvPr id="5" name="Text 3"/>
          <p:cNvSpPr/>
          <p:nvPr/>
        </p:nvSpPr>
        <p:spPr>
          <a:xfrm>
            <a:off x="731640" y="1378745"/>
            <a:ext cx="1884759" cy="257969"/>
          </a:xfrm>
          <a:prstGeom prst="rect">
            <a:avLst/>
          </a:prstGeom>
          <a:noFill/>
          <a:ln/>
        </p:spPr>
        <p:txBody>
          <a:bodyPr wrap="none" lIns="0" tIns="0" rIns="0" bIns="0" rtlCol="0" anchor="t"/>
          <a:lstStyle/>
          <a:p>
            <a:pPr>
              <a:lnSpc>
                <a:spcPts val="2000"/>
              </a:lnSpc>
            </a:pPr>
            <a:r>
              <a:rPr lang="en-US" sz="1250" b="1">
                <a:solidFill>
                  <a:srgbClr val="2A2742"/>
                </a:solidFill>
                <a:latin typeface="Arimo" pitchFamily="34" charset="0"/>
                <a:ea typeface="Arimo" pitchFamily="34" charset="-122"/>
                <a:cs typeface="Arimo" pitchFamily="34" charset="-120"/>
              </a:rPr>
              <a:t>CTI-Bench Task</a:t>
            </a:r>
            <a:endParaRPr lang="en-US" sz="1250"/>
          </a:p>
        </p:txBody>
      </p:sp>
      <p:sp>
        <p:nvSpPr>
          <p:cNvPr id="6" name="Text 4"/>
          <p:cNvSpPr/>
          <p:nvPr/>
        </p:nvSpPr>
        <p:spPr>
          <a:xfrm>
            <a:off x="2945011" y="1378745"/>
            <a:ext cx="1881584" cy="257969"/>
          </a:xfrm>
          <a:prstGeom prst="rect">
            <a:avLst/>
          </a:prstGeom>
          <a:noFill/>
          <a:ln/>
        </p:spPr>
        <p:txBody>
          <a:bodyPr wrap="none" lIns="0" tIns="0" rIns="0" bIns="0" rtlCol="0" anchor="t"/>
          <a:lstStyle/>
          <a:p>
            <a:pPr>
              <a:lnSpc>
                <a:spcPts val="2000"/>
              </a:lnSpc>
            </a:pPr>
            <a:r>
              <a:rPr lang="en-US" sz="1250" b="1">
                <a:solidFill>
                  <a:srgbClr val="2A2742"/>
                </a:solidFill>
                <a:latin typeface="Arimo" pitchFamily="34" charset="0"/>
                <a:ea typeface="Arimo" pitchFamily="34" charset="-122"/>
                <a:cs typeface="Arimo" pitchFamily="34" charset="-120"/>
              </a:rPr>
              <a:t>Zephyr-7B-beta (F1/Acc)</a:t>
            </a:r>
            <a:endParaRPr lang="en-US" sz="1250"/>
          </a:p>
        </p:txBody>
      </p:sp>
      <p:sp>
        <p:nvSpPr>
          <p:cNvPr id="7" name="Text 5"/>
          <p:cNvSpPr/>
          <p:nvPr/>
        </p:nvSpPr>
        <p:spPr>
          <a:xfrm>
            <a:off x="5155208" y="1378744"/>
            <a:ext cx="1881584" cy="515938"/>
          </a:xfrm>
          <a:prstGeom prst="rect">
            <a:avLst/>
          </a:prstGeom>
          <a:noFill/>
          <a:ln/>
        </p:spPr>
        <p:txBody>
          <a:bodyPr wrap="square" lIns="0" tIns="0" rIns="0" bIns="0" rtlCol="0" anchor="t"/>
          <a:lstStyle/>
          <a:p>
            <a:pPr>
              <a:lnSpc>
                <a:spcPts val="2000"/>
              </a:lnSpc>
            </a:pPr>
            <a:r>
              <a:rPr lang="en-US" sz="1250" b="1">
                <a:solidFill>
                  <a:srgbClr val="2A2742"/>
                </a:solidFill>
                <a:latin typeface="Arimo" pitchFamily="34" charset="0"/>
                <a:ea typeface="Arimo" pitchFamily="34" charset="-122"/>
                <a:cs typeface="Arimo" pitchFamily="34" charset="-120"/>
              </a:rPr>
              <a:t>Llama-3-8B-Instruct (F1/Acc)</a:t>
            </a:r>
            <a:endParaRPr lang="en-US" sz="1250"/>
          </a:p>
        </p:txBody>
      </p:sp>
      <p:sp>
        <p:nvSpPr>
          <p:cNvPr id="8" name="Text 6"/>
          <p:cNvSpPr/>
          <p:nvPr/>
        </p:nvSpPr>
        <p:spPr>
          <a:xfrm>
            <a:off x="7365406" y="1378745"/>
            <a:ext cx="1881584" cy="257969"/>
          </a:xfrm>
          <a:prstGeom prst="rect">
            <a:avLst/>
          </a:prstGeom>
          <a:noFill/>
          <a:ln/>
        </p:spPr>
        <p:txBody>
          <a:bodyPr wrap="none" lIns="0" tIns="0" rIns="0" bIns="0" rtlCol="0" anchor="t"/>
          <a:lstStyle/>
          <a:p>
            <a:pPr>
              <a:lnSpc>
                <a:spcPts val="2000"/>
              </a:lnSpc>
            </a:pPr>
            <a:r>
              <a:rPr lang="en-US" sz="1250" b="1">
                <a:solidFill>
                  <a:srgbClr val="2A2742"/>
                </a:solidFill>
                <a:latin typeface="Arimo" pitchFamily="34" charset="0"/>
                <a:ea typeface="Arimo" pitchFamily="34" charset="-122"/>
                <a:cs typeface="Arimo" pitchFamily="34" charset="-120"/>
              </a:rPr>
              <a:t>Sec-Gemini-v1 (F1/Acc)</a:t>
            </a:r>
            <a:endParaRPr lang="en-US" sz="1250"/>
          </a:p>
        </p:txBody>
      </p:sp>
      <p:sp>
        <p:nvSpPr>
          <p:cNvPr id="9" name="Text 7"/>
          <p:cNvSpPr/>
          <p:nvPr/>
        </p:nvSpPr>
        <p:spPr>
          <a:xfrm>
            <a:off x="9575602" y="1378745"/>
            <a:ext cx="1884759" cy="257969"/>
          </a:xfrm>
          <a:prstGeom prst="rect">
            <a:avLst/>
          </a:prstGeom>
          <a:noFill/>
          <a:ln/>
        </p:spPr>
        <p:txBody>
          <a:bodyPr wrap="none" lIns="0" tIns="0" rIns="0" bIns="0" rtlCol="0" anchor="t"/>
          <a:lstStyle/>
          <a:p>
            <a:pPr>
              <a:lnSpc>
                <a:spcPts val="2000"/>
              </a:lnSpc>
            </a:pPr>
            <a:r>
              <a:rPr lang="en-US" sz="1250" b="1">
                <a:solidFill>
                  <a:srgbClr val="2A2742"/>
                </a:solidFill>
                <a:latin typeface="Arimo" pitchFamily="34" charset="0"/>
                <a:ea typeface="Arimo" pitchFamily="34" charset="-122"/>
                <a:cs typeface="Arimo" pitchFamily="34" charset="-120"/>
              </a:rPr>
              <a:t>Metric Type</a:t>
            </a:r>
            <a:endParaRPr lang="en-US" sz="1250"/>
          </a:p>
        </p:txBody>
      </p:sp>
      <p:sp>
        <p:nvSpPr>
          <p:cNvPr id="10" name="Shape 8"/>
          <p:cNvSpPr/>
          <p:nvPr/>
        </p:nvSpPr>
        <p:spPr>
          <a:xfrm>
            <a:off x="570508" y="1997670"/>
            <a:ext cx="11050984" cy="463947"/>
          </a:xfrm>
          <a:prstGeom prst="rect">
            <a:avLst/>
          </a:prstGeom>
          <a:solidFill>
            <a:srgbClr val="000000">
              <a:alpha val="4000"/>
            </a:srgbClr>
          </a:solidFill>
          <a:ln/>
        </p:spPr>
        <p:txBody>
          <a:bodyPr/>
          <a:lstStyle/>
          <a:p>
            <a:endParaRPr lang="en-CA" sz="1500"/>
          </a:p>
        </p:txBody>
      </p:sp>
      <p:sp>
        <p:nvSpPr>
          <p:cNvPr id="11" name="Text 9"/>
          <p:cNvSpPr/>
          <p:nvPr/>
        </p:nvSpPr>
        <p:spPr>
          <a:xfrm>
            <a:off x="731640" y="2100660"/>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IOC Extraction</a:t>
            </a:r>
            <a:endParaRPr lang="en-US" sz="1250"/>
          </a:p>
        </p:txBody>
      </p:sp>
      <p:sp>
        <p:nvSpPr>
          <p:cNvPr id="12" name="Text 10"/>
          <p:cNvSpPr/>
          <p:nvPr/>
        </p:nvSpPr>
        <p:spPr>
          <a:xfrm>
            <a:off x="2945011" y="2100660"/>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0.75</a:t>
            </a:r>
            <a:endParaRPr lang="en-US" sz="1250"/>
          </a:p>
        </p:txBody>
      </p:sp>
      <p:sp>
        <p:nvSpPr>
          <p:cNvPr id="13" name="Text 11"/>
          <p:cNvSpPr/>
          <p:nvPr/>
        </p:nvSpPr>
        <p:spPr>
          <a:xfrm>
            <a:off x="5155208" y="2100660"/>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0.80</a:t>
            </a:r>
            <a:endParaRPr lang="en-US" sz="1250"/>
          </a:p>
        </p:txBody>
      </p:sp>
      <p:sp>
        <p:nvSpPr>
          <p:cNvPr id="14" name="Text 12"/>
          <p:cNvSpPr/>
          <p:nvPr/>
        </p:nvSpPr>
        <p:spPr>
          <a:xfrm>
            <a:off x="7365406" y="2100660"/>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0.82</a:t>
            </a:r>
            <a:endParaRPr lang="en-US" sz="1250"/>
          </a:p>
        </p:txBody>
      </p:sp>
      <p:sp>
        <p:nvSpPr>
          <p:cNvPr id="15" name="Text 13"/>
          <p:cNvSpPr/>
          <p:nvPr/>
        </p:nvSpPr>
        <p:spPr>
          <a:xfrm>
            <a:off x="9575602" y="2100660"/>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F1</a:t>
            </a:r>
            <a:endParaRPr lang="en-US" sz="1250"/>
          </a:p>
        </p:txBody>
      </p:sp>
      <p:sp>
        <p:nvSpPr>
          <p:cNvPr id="16" name="Shape 14"/>
          <p:cNvSpPr/>
          <p:nvPr/>
        </p:nvSpPr>
        <p:spPr>
          <a:xfrm>
            <a:off x="570508" y="2461617"/>
            <a:ext cx="11050984" cy="463947"/>
          </a:xfrm>
          <a:prstGeom prst="rect">
            <a:avLst/>
          </a:prstGeom>
          <a:solidFill>
            <a:srgbClr val="FFFFFF">
              <a:alpha val="4000"/>
            </a:srgbClr>
          </a:solidFill>
          <a:ln/>
        </p:spPr>
        <p:txBody>
          <a:bodyPr/>
          <a:lstStyle/>
          <a:p>
            <a:endParaRPr lang="en-CA" sz="1500"/>
          </a:p>
        </p:txBody>
      </p:sp>
      <p:sp>
        <p:nvSpPr>
          <p:cNvPr id="17" name="Text 15"/>
          <p:cNvSpPr/>
          <p:nvPr/>
        </p:nvSpPr>
        <p:spPr>
          <a:xfrm>
            <a:off x="731640" y="2564607"/>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TTP Identification</a:t>
            </a:r>
            <a:endParaRPr lang="en-US" sz="1250"/>
          </a:p>
        </p:txBody>
      </p:sp>
      <p:sp>
        <p:nvSpPr>
          <p:cNvPr id="18" name="Text 16"/>
          <p:cNvSpPr/>
          <p:nvPr/>
        </p:nvSpPr>
        <p:spPr>
          <a:xfrm>
            <a:off x="2945011" y="2564607"/>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0.68</a:t>
            </a:r>
            <a:endParaRPr lang="en-US" sz="1250"/>
          </a:p>
        </p:txBody>
      </p:sp>
      <p:sp>
        <p:nvSpPr>
          <p:cNvPr id="19" name="Text 17"/>
          <p:cNvSpPr/>
          <p:nvPr/>
        </p:nvSpPr>
        <p:spPr>
          <a:xfrm>
            <a:off x="5155208" y="2564607"/>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0.72</a:t>
            </a:r>
            <a:endParaRPr lang="en-US" sz="1250"/>
          </a:p>
        </p:txBody>
      </p:sp>
      <p:sp>
        <p:nvSpPr>
          <p:cNvPr id="20" name="Text 18"/>
          <p:cNvSpPr/>
          <p:nvPr/>
        </p:nvSpPr>
        <p:spPr>
          <a:xfrm>
            <a:off x="7365406" y="2564607"/>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0.75</a:t>
            </a:r>
            <a:endParaRPr lang="en-US" sz="1250"/>
          </a:p>
        </p:txBody>
      </p:sp>
      <p:sp>
        <p:nvSpPr>
          <p:cNvPr id="21" name="Text 19"/>
          <p:cNvSpPr/>
          <p:nvPr/>
        </p:nvSpPr>
        <p:spPr>
          <a:xfrm>
            <a:off x="9575602" y="2564607"/>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F1</a:t>
            </a:r>
            <a:endParaRPr lang="en-US" sz="1250"/>
          </a:p>
        </p:txBody>
      </p:sp>
      <p:sp>
        <p:nvSpPr>
          <p:cNvPr id="22" name="Shape 20"/>
          <p:cNvSpPr/>
          <p:nvPr/>
        </p:nvSpPr>
        <p:spPr>
          <a:xfrm>
            <a:off x="570508" y="2925564"/>
            <a:ext cx="11050984" cy="463947"/>
          </a:xfrm>
          <a:prstGeom prst="rect">
            <a:avLst/>
          </a:prstGeom>
          <a:solidFill>
            <a:srgbClr val="000000">
              <a:alpha val="4000"/>
            </a:srgbClr>
          </a:solidFill>
          <a:ln/>
        </p:spPr>
        <p:txBody>
          <a:bodyPr/>
          <a:lstStyle/>
          <a:p>
            <a:endParaRPr lang="en-CA" sz="1500"/>
          </a:p>
        </p:txBody>
      </p:sp>
      <p:sp>
        <p:nvSpPr>
          <p:cNvPr id="23" name="Text 21"/>
          <p:cNvSpPr/>
          <p:nvPr/>
        </p:nvSpPr>
        <p:spPr>
          <a:xfrm>
            <a:off x="731640" y="3028554"/>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Report Summarization</a:t>
            </a:r>
            <a:endParaRPr lang="en-US" sz="1250"/>
          </a:p>
        </p:txBody>
      </p:sp>
      <p:sp>
        <p:nvSpPr>
          <p:cNvPr id="24" name="Text 22"/>
          <p:cNvSpPr/>
          <p:nvPr/>
        </p:nvSpPr>
        <p:spPr>
          <a:xfrm>
            <a:off x="2945011" y="3028554"/>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0.40</a:t>
            </a:r>
            <a:endParaRPr lang="en-US" sz="1250"/>
          </a:p>
        </p:txBody>
      </p:sp>
      <p:sp>
        <p:nvSpPr>
          <p:cNvPr id="25" name="Text 23"/>
          <p:cNvSpPr/>
          <p:nvPr/>
        </p:nvSpPr>
        <p:spPr>
          <a:xfrm>
            <a:off x="5155208" y="3028554"/>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0.45</a:t>
            </a:r>
            <a:endParaRPr lang="en-US" sz="1250"/>
          </a:p>
        </p:txBody>
      </p:sp>
      <p:sp>
        <p:nvSpPr>
          <p:cNvPr id="26" name="Text 24"/>
          <p:cNvSpPr/>
          <p:nvPr/>
        </p:nvSpPr>
        <p:spPr>
          <a:xfrm>
            <a:off x="7365406" y="3028554"/>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0.48</a:t>
            </a:r>
            <a:endParaRPr lang="en-US" sz="1250"/>
          </a:p>
        </p:txBody>
      </p:sp>
      <p:sp>
        <p:nvSpPr>
          <p:cNvPr id="27" name="Text 25"/>
          <p:cNvSpPr/>
          <p:nvPr/>
        </p:nvSpPr>
        <p:spPr>
          <a:xfrm>
            <a:off x="9575602" y="3028554"/>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ROUGE-L</a:t>
            </a:r>
            <a:endParaRPr lang="en-US" sz="1250"/>
          </a:p>
        </p:txBody>
      </p:sp>
      <p:sp>
        <p:nvSpPr>
          <p:cNvPr id="28" name="Shape 26"/>
          <p:cNvSpPr/>
          <p:nvPr/>
        </p:nvSpPr>
        <p:spPr>
          <a:xfrm>
            <a:off x="570508" y="3389511"/>
            <a:ext cx="11050984" cy="463947"/>
          </a:xfrm>
          <a:prstGeom prst="rect">
            <a:avLst/>
          </a:prstGeom>
          <a:solidFill>
            <a:srgbClr val="FFFFFF">
              <a:alpha val="4000"/>
            </a:srgbClr>
          </a:solidFill>
          <a:ln/>
        </p:spPr>
        <p:txBody>
          <a:bodyPr/>
          <a:lstStyle/>
          <a:p>
            <a:endParaRPr lang="en-CA" sz="1500"/>
          </a:p>
        </p:txBody>
      </p:sp>
      <p:sp>
        <p:nvSpPr>
          <p:cNvPr id="29" name="Text 27"/>
          <p:cNvSpPr/>
          <p:nvPr/>
        </p:nvSpPr>
        <p:spPr>
          <a:xfrm>
            <a:off x="731640" y="3492501"/>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Vulnerability Mapping</a:t>
            </a:r>
            <a:endParaRPr lang="en-US" sz="1250"/>
          </a:p>
        </p:txBody>
      </p:sp>
      <p:sp>
        <p:nvSpPr>
          <p:cNvPr id="30" name="Text 28"/>
          <p:cNvSpPr/>
          <p:nvPr/>
        </p:nvSpPr>
        <p:spPr>
          <a:xfrm>
            <a:off x="2945011" y="3492501"/>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0.85</a:t>
            </a:r>
            <a:endParaRPr lang="en-US" sz="1250"/>
          </a:p>
        </p:txBody>
      </p:sp>
      <p:sp>
        <p:nvSpPr>
          <p:cNvPr id="31" name="Text 29"/>
          <p:cNvSpPr/>
          <p:nvPr/>
        </p:nvSpPr>
        <p:spPr>
          <a:xfrm>
            <a:off x="5155208" y="3492501"/>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0.88</a:t>
            </a:r>
            <a:endParaRPr lang="en-US" sz="1250"/>
          </a:p>
        </p:txBody>
      </p:sp>
      <p:sp>
        <p:nvSpPr>
          <p:cNvPr id="32" name="Text 30"/>
          <p:cNvSpPr/>
          <p:nvPr/>
        </p:nvSpPr>
        <p:spPr>
          <a:xfrm>
            <a:off x="7365406" y="3492501"/>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0.90</a:t>
            </a:r>
            <a:endParaRPr lang="en-US" sz="1250"/>
          </a:p>
        </p:txBody>
      </p:sp>
      <p:sp>
        <p:nvSpPr>
          <p:cNvPr id="33" name="Text 31"/>
          <p:cNvSpPr/>
          <p:nvPr/>
        </p:nvSpPr>
        <p:spPr>
          <a:xfrm>
            <a:off x="9575602" y="3492501"/>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Accuracy</a:t>
            </a:r>
            <a:endParaRPr lang="en-US" sz="1250"/>
          </a:p>
        </p:txBody>
      </p:sp>
      <p:sp>
        <p:nvSpPr>
          <p:cNvPr id="34" name="Shape 32"/>
          <p:cNvSpPr/>
          <p:nvPr/>
        </p:nvSpPr>
        <p:spPr>
          <a:xfrm>
            <a:off x="570508" y="3853457"/>
            <a:ext cx="11050984" cy="463947"/>
          </a:xfrm>
          <a:prstGeom prst="rect">
            <a:avLst/>
          </a:prstGeom>
          <a:solidFill>
            <a:srgbClr val="000000">
              <a:alpha val="4000"/>
            </a:srgbClr>
          </a:solidFill>
          <a:ln/>
        </p:spPr>
        <p:txBody>
          <a:bodyPr/>
          <a:lstStyle/>
          <a:p>
            <a:endParaRPr lang="en-CA" sz="1500"/>
          </a:p>
        </p:txBody>
      </p:sp>
      <p:sp>
        <p:nvSpPr>
          <p:cNvPr id="35" name="Text 33"/>
          <p:cNvSpPr/>
          <p:nvPr/>
        </p:nvSpPr>
        <p:spPr>
          <a:xfrm>
            <a:off x="731640" y="3956447"/>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Overall Rank</a:t>
            </a:r>
            <a:endParaRPr lang="en-US" sz="1250"/>
          </a:p>
        </p:txBody>
      </p:sp>
      <p:sp>
        <p:nvSpPr>
          <p:cNvPr id="36" name="Text 34"/>
          <p:cNvSpPr/>
          <p:nvPr/>
        </p:nvSpPr>
        <p:spPr>
          <a:xfrm>
            <a:off x="2945011" y="3956447"/>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3</a:t>
            </a:r>
            <a:endParaRPr lang="en-US" sz="1250"/>
          </a:p>
        </p:txBody>
      </p:sp>
      <p:sp>
        <p:nvSpPr>
          <p:cNvPr id="37" name="Text 35"/>
          <p:cNvSpPr/>
          <p:nvPr/>
        </p:nvSpPr>
        <p:spPr>
          <a:xfrm>
            <a:off x="5155208" y="3956447"/>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2</a:t>
            </a:r>
            <a:endParaRPr lang="en-US" sz="1250"/>
          </a:p>
        </p:txBody>
      </p:sp>
      <p:sp>
        <p:nvSpPr>
          <p:cNvPr id="38" name="Text 36"/>
          <p:cNvSpPr/>
          <p:nvPr/>
        </p:nvSpPr>
        <p:spPr>
          <a:xfrm>
            <a:off x="7365406" y="3956447"/>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1</a:t>
            </a:r>
            <a:endParaRPr lang="en-US" sz="1250"/>
          </a:p>
        </p:txBody>
      </p:sp>
      <p:sp>
        <p:nvSpPr>
          <p:cNvPr id="39" name="Text 37"/>
          <p:cNvSpPr/>
          <p:nvPr/>
        </p:nvSpPr>
        <p:spPr>
          <a:xfrm>
            <a:off x="9575602" y="3956447"/>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a:t>
            </a:r>
            <a:endParaRPr lang="en-US" sz="1250"/>
          </a:p>
        </p:txBody>
      </p:sp>
      <p:sp>
        <p:nvSpPr>
          <p:cNvPr id="40" name="Text 38"/>
          <p:cNvSpPr/>
          <p:nvPr/>
        </p:nvSpPr>
        <p:spPr>
          <a:xfrm>
            <a:off x="564158" y="4505028"/>
            <a:ext cx="11063684" cy="515938"/>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Before investing in fine-tuning, evaluate candidate base models out-of-the-box on relevant benchmarks. Proposed models: Zephyr-7B-beta, Llama-3-8B-Instruct, Sec-Gemini-v1 (assuming availability).</a:t>
            </a:r>
            <a:endParaRPr lang="en-US" sz="1250"/>
          </a:p>
        </p:txBody>
      </p:sp>
      <p:sp>
        <p:nvSpPr>
          <p:cNvPr id="41" name="Text 39"/>
          <p:cNvSpPr/>
          <p:nvPr/>
        </p:nvSpPr>
        <p:spPr>
          <a:xfrm>
            <a:off x="564158" y="5202238"/>
            <a:ext cx="11063684" cy="515938"/>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CTI-Bench is suggested, likely containing tasks relevant to Cyber Threat Intelligence (CTI) use cases (e.g., IOC extraction, TTP identification, threat report summarization).</a:t>
            </a:r>
            <a:endParaRPr lang="en-US" sz="1250"/>
          </a:p>
        </p:txBody>
      </p:sp>
      <p:sp>
        <p:nvSpPr>
          <p:cNvPr id="42" name="Text 40"/>
          <p:cNvSpPr/>
          <p:nvPr/>
        </p:nvSpPr>
        <p:spPr>
          <a:xfrm>
            <a:off x="564158" y="5899448"/>
            <a:ext cx="11063684" cy="515938"/>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Based on illustrative results, Sec-Gemini-v1 shows the best OOTB performance, followed by Llama-3-8B. This quantitative data provides a strong basis for selecting the most promising base model for subsequent fine-tuning.</a:t>
            </a:r>
            <a:endParaRPr lang="en-US" sz="125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F56C0-28C2-2C03-6D87-225E80EC2D39}"/>
              </a:ext>
            </a:extLst>
          </p:cNvPr>
          <p:cNvSpPr>
            <a:spLocks noGrp="1"/>
          </p:cNvSpPr>
          <p:nvPr>
            <p:ph type="title"/>
          </p:nvPr>
        </p:nvSpPr>
        <p:spPr>
          <a:xfrm>
            <a:off x="761549" y="127819"/>
            <a:ext cx="8761413" cy="941494"/>
          </a:xfrm>
        </p:spPr>
        <p:txBody>
          <a:bodyPr/>
          <a:lstStyle/>
          <a:p>
            <a:r>
              <a:rPr lang="en-US"/>
              <a:t>Example: CyBERT (2021)</a:t>
            </a:r>
            <a:br>
              <a:rPr lang="en-US"/>
            </a:br>
            <a:r>
              <a:rPr lang="en-US" sz="2000"/>
              <a:t>Contextualized Embeddings for the Cybersecurity Domain</a:t>
            </a:r>
          </a:p>
        </p:txBody>
      </p:sp>
      <p:sp>
        <p:nvSpPr>
          <p:cNvPr id="3" name="Content Placeholder 2">
            <a:extLst>
              <a:ext uri="{FF2B5EF4-FFF2-40B4-BE49-F238E27FC236}">
                <a16:creationId xmlns:a16="http://schemas.microsoft.com/office/drawing/2014/main" id="{C7521CAF-221D-2869-1B4F-EBE7DC72A89A}"/>
              </a:ext>
            </a:extLst>
          </p:cNvPr>
          <p:cNvSpPr>
            <a:spLocks noGrp="1"/>
          </p:cNvSpPr>
          <p:nvPr>
            <p:ph idx="1"/>
          </p:nvPr>
        </p:nvSpPr>
        <p:spPr>
          <a:xfrm>
            <a:off x="5142255" y="6458088"/>
            <a:ext cx="6774426" cy="399912"/>
          </a:xfrm>
        </p:spPr>
        <p:txBody>
          <a:bodyPr>
            <a:normAutofit fontScale="77500" lnSpcReduction="20000"/>
          </a:bodyPr>
          <a:lstStyle/>
          <a:p>
            <a:pPr marL="0" indent="0">
              <a:buNone/>
            </a:pPr>
            <a:r>
              <a:rPr lang="en-US" sz="1050" b="0" i="0">
                <a:solidFill>
                  <a:srgbClr val="333333"/>
                </a:solidFill>
                <a:effectLst/>
                <a:latin typeface="HelveticaNeue Regular"/>
              </a:rPr>
              <a:t>P. Ranade, A. Piplai, A. Joshi and T. Finin, "CyBERT: Contextualized Embeddings for the Cybersecurity Domain," </a:t>
            </a:r>
            <a:r>
              <a:rPr lang="en-US" sz="1050" b="0" i="1">
                <a:solidFill>
                  <a:srgbClr val="333333"/>
                </a:solidFill>
                <a:effectLst/>
                <a:latin typeface="HelveticaNeue Regular"/>
              </a:rPr>
              <a:t>2021 IEEE International Conference on Big Data (Big Data)</a:t>
            </a:r>
            <a:r>
              <a:rPr lang="en-US" sz="1050" b="0" i="0">
                <a:solidFill>
                  <a:srgbClr val="333333"/>
                </a:solidFill>
                <a:effectLst/>
                <a:latin typeface="HelveticaNeue Regular"/>
              </a:rPr>
              <a:t>, Orlando, FL, USA, 2021, pp. 3334-3342, </a:t>
            </a:r>
            <a:r>
              <a:rPr lang="en-US" sz="1050" b="0" i="0" err="1">
                <a:solidFill>
                  <a:srgbClr val="333333"/>
                </a:solidFill>
                <a:effectLst/>
                <a:latin typeface="HelveticaNeue Regular"/>
              </a:rPr>
              <a:t>doi</a:t>
            </a:r>
            <a:r>
              <a:rPr lang="en-US" sz="1050" b="0" i="0">
                <a:solidFill>
                  <a:srgbClr val="333333"/>
                </a:solidFill>
                <a:effectLst/>
                <a:latin typeface="HelveticaNeue Regular"/>
              </a:rPr>
              <a:t>: 10.1109/BigData52589.2021.9671824.</a:t>
            </a:r>
            <a:endParaRPr lang="en-US" sz="1050"/>
          </a:p>
        </p:txBody>
      </p:sp>
      <p:pic>
        <p:nvPicPr>
          <p:cNvPr id="4" name="Picture 3">
            <a:extLst>
              <a:ext uri="{FF2B5EF4-FFF2-40B4-BE49-F238E27FC236}">
                <a16:creationId xmlns:a16="http://schemas.microsoft.com/office/drawing/2014/main" id="{3083301F-1746-CB54-D8F2-5C5E2A2AFE31}"/>
              </a:ext>
            </a:extLst>
          </p:cNvPr>
          <p:cNvPicPr>
            <a:picLocks noChangeAspect="1"/>
          </p:cNvPicPr>
          <p:nvPr/>
        </p:nvPicPr>
        <p:blipFill>
          <a:blip r:embed="rId2"/>
          <a:stretch>
            <a:fillRect/>
          </a:stretch>
        </p:blipFill>
        <p:spPr>
          <a:xfrm>
            <a:off x="3844412" y="1825015"/>
            <a:ext cx="6651727" cy="3640587"/>
          </a:xfrm>
          <a:prstGeom prst="rect">
            <a:avLst/>
          </a:prstGeom>
        </p:spPr>
      </p:pic>
      <p:sp>
        <p:nvSpPr>
          <p:cNvPr id="6" name="TextBox 5">
            <a:extLst>
              <a:ext uri="{FF2B5EF4-FFF2-40B4-BE49-F238E27FC236}">
                <a16:creationId xmlns:a16="http://schemas.microsoft.com/office/drawing/2014/main" id="{55F54DA2-E222-A452-70CD-757DB26D6CC0}"/>
              </a:ext>
            </a:extLst>
          </p:cNvPr>
          <p:cNvSpPr txBox="1"/>
          <p:nvPr/>
        </p:nvSpPr>
        <p:spPr>
          <a:xfrm>
            <a:off x="403122" y="1672553"/>
            <a:ext cx="3126659" cy="4201150"/>
          </a:xfrm>
          <a:prstGeom prst="rect">
            <a:avLst/>
          </a:prstGeom>
          <a:noFill/>
        </p:spPr>
        <p:txBody>
          <a:bodyPr wrap="square">
            <a:spAutoFit/>
          </a:bodyPr>
          <a:lstStyle/>
          <a:p>
            <a:pPr>
              <a:spcBef>
                <a:spcPts val="600"/>
              </a:spcBef>
            </a:pPr>
            <a:r>
              <a:rPr lang="en-US" sz="1200" b="0" i="0">
                <a:solidFill>
                  <a:srgbClr val="333333"/>
                </a:solidFill>
                <a:effectLst/>
                <a:latin typeface="HelveticaNeue Regular"/>
              </a:rPr>
              <a:t>The primary contribution of this paper is providing the security community with an initial fine-tuned BERT model that can perform a variety of cybersecurity-specific downstream tasks with high accuracy and efficient use of resources. </a:t>
            </a:r>
          </a:p>
          <a:p>
            <a:pPr>
              <a:spcBef>
                <a:spcPts val="600"/>
              </a:spcBef>
            </a:pPr>
            <a:r>
              <a:rPr lang="en-US" sz="1200" b="0" i="0">
                <a:solidFill>
                  <a:srgbClr val="333333"/>
                </a:solidFill>
                <a:effectLst/>
                <a:latin typeface="HelveticaNeue Regular"/>
              </a:rPr>
              <a:t>We create a cybersecurity corpus from open-source unstructured and semi-unstructured Cyber Threat Intelligence (CTI) data and use it to fine-tune a base BERT model with Masked Language Modeling (MLM) to recognize specialized cybersecurity entities. </a:t>
            </a:r>
          </a:p>
          <a:p>
            <a:pPr>
              <a:spcBef>
                <a:spcPts val="600"/>
              </a:spcBef>
            </a:pPr>
            <a:r>
              <a:rPr lang="en-US" sz="1200" b="0" i="0">
                <a:solidFill>
                  <a:srgbClr val="333333"/>
                </a:solidFill>
                <a:effectLst/>
                <a:latin typeface="HelveticaNeue Regular"/>
              </a:rPr>
              <a:t>We evaluate the model using various downstream tasks that can benefit modern Security Operations Centers (SOCs).</a:t>
            </a:r>
          </a:p>
          <a:p>
            <a:pPr>
              <a:spcBef>
                <a:spcPts val="600"/>
              </a:spcBef>
            </a:pPr>
            <a:r>
              <a:rPr lang="en-US" sz="1200" b="0" i="0">
                <a:solidFill>
                  <a:srgbClr val="333333"/>
                </a:solidFill>
                <a:effectLst/>
                <a:latin typeface="HelveticaNeue Regular"/>
              </a:rPr>
              <a:t>The fine-tuned CyBERT model outperforms the base BERT model in the domain-specific MLM evaluation. We also provide use-cases of CyBERT application in cybersecurity based downstream tasks.</a:t>
            </a:r>
            <a:endParaRPr lang="en-US" sz="1200"/>
          </a:p>
        </p:txBody>
      </p:sp>
    </p:spTree>
    <p:extLst>
      <p:ext uri="{BB962C8B-B14F-4D97-AF65-F5344CB8AC3E}">
        <p14:creationId xmlns:p14="http://schemas.microsoft.com/office/powerpoint/2010/main" val="507412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6D700-19D4-DEA3-4310-00AA5DCE939C}"/>
              </a:ext>
            </a:extLst>
          </p:cNvPr>
          <p:cNvSpPr>
            <a:spLocks noGrp="1"/>
          </p:cNvSpPr>
          <p:nvPr>
            <p:ph type="title"/>
          </p:nvPr>
        </p:nvSpPr>
        <p:spPr/>
        <p:txBody>
          <a:bodyPr/>
          <a:lstStyle/>
          <a:p>
            <a:r>
              <a:rPr lang="en-US" sz="3600"/>
              <a:t>LLM Training Optimization Techniques</a:t>
            </a:r>
          </a:p>
        </p:txBody>
      </p:sp>
      <p:sp>
        <p:nvSpPr>
          <p:cNvPr id="3" name="Text Placeholder 2">
            <a:extLst>
              <a:ext uri="{FF2B5EF4-FFF2-40B4-BE49-F238E27FC236}">
                <a16:creationId xmlns:a16="http://schemas.microsoft.com/office/drawing/2014/main" id="{7BBB3373-5544-6219-4B7D-F2444425AEC2}"/>
              </a:ext>
            </a:extLst>
          </p:cNvPr>
          <p:cNvSpPr>
            <a:spLocks noGrp="1"/>
          </p:cNvSpPr>
          <p:nvPr>
            <p:ph type="body" idx="1"/>
          </p:nvPr>
        </p:nvSpPr>
        <p:spPr/>
        <p:txBody>
          <a:bodyPr>
            <a:normAutofit/>
          </a:bodyPr>
          <a:lstStyle/>
          <a:p>
            <a:r>
              <a:rPr lang="en-US" sz="1800"/>
              <a:t>Approaches to Optimizing LLM Model Size &amp; Compute Characteristics</a:t>
            </a:r>
          </a:p>
        </p:txBody>
      </p:sp>
    </p:spTree>
    <p:extLst>
      <p:ext uri="{BB962C8B-B14F-4D97-AF65-F5344CB8AC3E}">
        <p14:creationId xmlns:p14="http://schemas.microsoft.com/office/powerpoint/2010/main" val="1881528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13"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1D213659-976A-EBE2-A1AE-DC7D1788238A}"/>
              </a:ext>
            </a:extLst>
          </p:cNvPr>
          <p:cNvSpPr>
            <a:spLocks noGrp="1"/>
          </p:cNvSpPr>
          <p:nvPr>
            <p:ph type="title"/>
          </p:nvPr>
        </p:nvSpPr>
        <p:spPr>
          <a:xfrm>
            <a:off x="1154955" y="973668"/>
            <a:ext cx="2942210" cy="1020232"/>
          </a:xfrm>
        </p:spPr>
        <p:txBody>
          <a:bodyPr>
            <a:normAutofit/>
          </a:bodyPr>
          <a:lstStyle/>
          <a:p>
            <a:pPr>
              <a:lnSpc>
                <a:spcPct val="90000"/>
              </a:lnSpc>
            </a:pPr>
            <a:r>
              <a:rPr lang="en-PK" sz="3300" b="1">
                <a:solidFill>
                  <a:srgbClr val="EBEBEB"/>
                </a:solidFill>
              </a:rPr>
              <a:t>Pretraining vs Finetuning</a:t>
            </a:r>
          </a:p>
        </p:txBody>
      </p:sp>
      <p:pic>
        <p:nvPicPr>
          <p:cNvPr id="4" name="Picture 2">
            <a:extLst>
              <a:ext uri="{FF2B5EF4-FFF2-40B4-BE49-F238E27FC236}">
                <a16:creationId xmlns:a16="http://schemas.microsoft.com/office/drawing/2014/main" id="{FE457C38-25D6-28DD-2D77-B45A4FA95E6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24971" y="1525844"/>
            <a:ext cx="7054888" cy="367639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94E6E2BF-94BD-0D69-AF5A-7C720248F343}"/>
              </a:ext>
            </a:extLst>
          </p:cNvPr>
          <p:cNvSpPr>
            <a:spLocks noGrp="1"/>
          </p:cNvSpPr>
          <p:nvPr>
            <p:ph idx="1"/>
          </p:nvPr>
        </p:nvSpPr>
        <p:spPr>
          <a:xfrm>
            <a:off x="1154955" y="2507226"/>
            <a:ext cx="2942210" cy="3512574"/>
          </a:xfrm>
        </p:spPr>
        <p:txBody>
          <a:bodyPr>
            <a:normAutofit/>
          </a:bodyPr>
          <a:lstStyle/>
          <a:p>
            <a:pPr marL="0" indent="0">
              <a:lnSpc>
                <a:spcPct val="90000"/>
              </a:lnSpc>
              <a:buNone/>
            </a:pPr>
            <a:r>
              <a:rPr lang="en-GB" sz="1300">
                <a:solidFill>
                  <a:srgbClr val="FFFFFF"/>
                </a:solidFill>
              </a:rPr>
              <a:t>The general process of creating an LLM includes pretraining and finetuning. The term "pre" in "pretraining" refers to the initial phase where a model like an LLM is trained on a large, diverse dataset to develop a broad understanding of language</a:t>
            </a:r>
          </a:p>
          <a:p>
            <a:pPr marL="0" indent="0">
              <a:lnSpc>
                <a:spcPct val="90000"/>
              </a:lnSpc>
              <a:buNone/>
            </a:pPr>
            <a:endParaRPr lang="en-GB" sz="1300">
              <a:solidFill>
                <a:srgbClr val="FFFFFF"/>
              </a:solidFill>
            </a:endParaRPr>
          </a:p>
          <a:p>
            <a:pPr marL="0" indent="0">
              <a:lnSpc>
                <a:spcPct val="90000"/>
              </a:lnSpc>
              <a:buNone/>
            </a:pPr>
            <a:r>
              <a:rPr lang="en-GB" sz="1300">
                <a:solidFill>
                  <a:srgbClr val="FFFFFF"/>
                </a:solidFill>
              </a:rPr>
              <a:t>This pretrained model then serves as a foundational resource that can be further refined through finetuning, a process where the model is specifically trained on a narrower dataset that is more specific to particular tasks or domains.</a:t>
            </a:r>
            <a:endParaRPr lang="en-PK" sz="1300">
              <a:solidFill>
                <a:srgbClr val="FFFFFF"/>
              </a:solidFill>
            </a:endParaRPr>
          </a:p>
        </p:txBody>
      </p:sp>
      <p:sp>
        <p:nvSpPr>
          <p:cNvPr id="21"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Tree>
    <p:extLst>
      <p:ext uri="{BB962C8B-B14F-4D97-AF65-F5344CB8AC3E}">
        <p14:creationId xmlns:p14="http://schemas.microsoft.com/office/powerpoint/2010/main" val="2394679148"/>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6" name="Rectangle 15">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3"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4"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6" name="Rectangle 25">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8" name="Rectangle 2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3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34" name="Freeform: Shape 3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10" name="Title 9">
            <a:extLst>
              <a:ext uri="{FF2B5EF4-FFF2-40B4-BE49-F238E27FC236}">
                <a16:creationId xmlns:a16="http://schemas.microsoft.com/office/drawing/2014/main" id="{0398CEBE-DC41-44C6-84AC-24EE9917E08B}"/>
              </a:ext>
            </a:extLst>
          </p:cNvPr>
          <p:cNvSpPr>
            <a:spLocks noGrp="1"/>
          </p:cNvSpPr>
          <p:nvPr>
            <p:ph type="title" idx="4294967295"/>
          </p:nvPr>
        </p:nvSpPr>
        <p:spPr>
          <a:xfrm>
            <a:off x="994087" y="1130603"/>
            <a:ext cx="3342442" cy="4596794"/>
          </a:xfrm>
        </p:spPr>
        <p:txBody>
          <a:bodyPr vert="horz" lIns="91440" tIns="45720" rIns="91440" bIns="45720" rtlCol="0" anchor="ctr">
            <a:normAutofit/>
          </a:bodyPr>
          <a:lstStyle/>
          <a:p>
            <a:r>
              <a:rPr lang="en-US" sz="3200">
                <a:solidFill>
                  <a:srgbClr val="EBEBEB"/>
                </a:solidFill>
              </a:rPr>
              <a:t>PEFT: Parameter Efficient Fine Tuning</a:t>
            </a:r>
          </a:p>
        </p:txBody>
      </p:sp>
      <p:sp>
        <p:nvSpPr>
          <p:cNvPr id="4" name="Text Placeholder 3">
            <a:extLst>
              <a:ext uri="{FF2B5EF4-FFF2-40B4-BE49-F238E27FC236}">
                <a16:creationId xmlns:a16="http://schemas.microsoft.com/office/drawing/2014/main" id="{98E92A7E-9B05-489A-93D0-CF2A09157EBD}"/>
              </a:ext>
            </a:extLst>
          </p:cNvPr>
          <p:cNvSpPr>
            <a:spLocks noGrp="1"/>
          </p:cNvSpPr>
          <p:nvPr>
            <p:ph type="body" sz="quarter" idx="4294967295"/>
          </p:nvPr>
        </p:nvSpPr>
        <p:spPr>
          <a:xfrm>
            <a:off x="5290077" y="437513"/>
            <a:ext cx="5502614" cy="5954325"/>
          </a:xfrm>
        </p:spPr>
        <p:txBody>
          <a:bodyPr vert="horz" lIns="91440" tIns="45720" rIns="91440" bIns="45720" rtlCol="0" anchor="ctr">
            <a:normAutofit/>
          </a:bodyPr>
          <a:lstStyle/>
          <a:p>
            <a:pPr>
              <a:lnSpc>
                <a:spcPct val="90000"/>
              </a:lnSpc>
            </a:pPr>
            <a:r>
              <a:rPr lang="en-US" sz="1700"/>
              <a:t>PEFT stands for Parameter Efficient Fine-tuning.</a:t>
            </a:r>
          </a:p>
          <a:p>
            <a:pPr>
              <a:lnSpc>
                <a:spcPct val="90000"/>
              </a:lnSpc>
            </a:pPr>
            <a:r>
              <a:rPr lang="en-US" sz="1700"/>
              <a:t>ML models are essentially complex mathematical equations with numerous coefficients or weights.</a:t>
            </a:r>
          </a:p>
          <a:p>
            <a:pPr>
              <a:lnSpc>
                <a:spcPct val="90000"/>
              </a:lnSpc>
            </a:pPr>
            <a:r>
              <a:rPr lang="en-US" sz="1700"/>
              <a:t>These coefficients are responsible for the model behavior and make it capable of learning from data.</a:t>
            </a:r>
          </a:p>
          <a:p>
            <a:pPr>
              <a:lnSpc>
                <a:spcPct val="90000"/>
              </a:lnSpc>
            </a:pPr>
            <a:r>
              <a:rPr lang="en-US" sz="1700"/>
              <a:t>During training of ML models, we adjust these coefficients to minimize errors and make accurate predictions.</a:t>
            </a:r>
          </a:p>
          <a:p>
            <a:pPr>
              <a:lnSpc>
                <a:spcPct val="90000"/>
              </a:lnSpc>
            </a:pPr>
            <a:r>
              <a:rPr lang="en-US" sz="1700"/>
              <a:t>In case of LLMs, which can have billions of parameters, and changing all of them during training can be computationally expensive and memory-intensive.</a:t>
            </a:r>
          </a:p>
          <a:p>
            <a:pPr>
              <a:lnSpc>
                <a:spcPct val="90000"/>
              </a:lnSpc>
            </a:pPr>
            <a:r>
              <a:rPr lang="en-US" sz="1700"/>
              <a:t>PEFT, as a subset of fine-tuning, takes the parameter efficiency seriously.</a:t>
            </a:r>
          </a:p>
          <a:p>
            <a:pPr>
              <a:lnSpc>
                <a:spcPct val="90000"/>
              </a:lnSpc>
            </a:pPr>
            <a:r>
              <a:rPr lang="en-US" sz="1700"/>
              <a:t>Instead of altering all the coefficients of the model, PEFT selects a subset of them.</a:t>
            </a:r>
          </a:p>
          <a:p>
            <a:pPr>
              <a:lnSpc>
                <a:spcPct val="90000"/>
              </a:lnSpc>
            </a:pPr>
            <a:r>
              <a:rPr lang="en-US" sz="1700"/>
              <a:t>It helps us significantly reducing the computational and memory requirements.</a:t>
            </a:r>
          </a:p>
        </p:txBody>
      </p:sp>
    </p:spTree>
    <p:extLst>
      <p:ext uri="{BB962C8B-B14F-4D97-AF65-F5344CB8AC3E}">
        <p14:creationId xmlns:p14="http://schemas.microsoft.com/office/powerpoint/2010/main" val="1259877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65807B-4F5B-4890-20FE-035B2EC243AB}"/>
              </a:ext>
            </a:extLst>
          </p:cNvPr>
          <p:cNvPicPr>
            <a:picLocks noChangeAspect="1"/>
          </p:cNvPicPr>
          <p:nvPr/>
        </p:nvPicPr>
        <p:blipFill>
          <a:blip r:embed="rId2"/>
          <a:stretch>
            <a:fillRect/>
          </a:stretch>
        </p:blipFill>
        <p:spPr>
          <a:xfrm>
            <a:off x="1307687" y="176986"/>
            <a:ext cx="10019074" cy="6504028"/>
          </a:xfrm>
          <a:prstGeom prst="rect">
            <a:avLst/>
          </a:prstGeom>
        </p:spPr>
      </p:pic>
    </p:spTree>
    <p:extLst>
      <p:ext uri="{BB962C8B-B14F-4D97-AF65-F5344CB8AC3E}">
        <p14:creationId xmlns:p14="http://schemas.microsoft.com/office/powerpoint/2010/main" val="4079037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398CEBE-DC41-44C6-84AC-24EE9917E08B}"/>
              </a:ext>
            </a:extLst>
          </p:cNvPr>
          <p:cNvSpPr>
            <a:spLocks noGrp="1"/>
          </p:cNvSpPr>
          <p:nvPr>
            <p:ph type="title"/>
          </p:nvPr>
        </p:nvSpPr>
        <p:spPr>
          <a:xfrm>
            <a:off x="771380" y="390392"/>
            <a:ext cx="8761413" cy="706964"/>
          </a:xfrm>
        </p:spPr>
        <p:txBody>
          <a:bodyPr/>
          <a:lstStyle/>
          <a:p>
            <a:r>
              <a:rPr lang="en-GB" sz="3200">
                <a:cs typeface="Arial"/>
              </a:rPr>
              <a:t>LoRA and QLoRA for Coefficient Selection</a:t>
            </a:r>
            <a:endParaRPr lang="en-US" sz="5400"/>
          </a:p>
        </p:txBody>
      </p:sp>
      <p:grpSp>
        <p:nvGrpSpPr>
          <p:cNvPr id="5" name="object 3">
            <a:extLst>
              <a:ext uri="{FF2B5EF4-FFF2-40B4-BE49-F238E27FC236}">
                <a16:creationId xmlns:a16="http://schemas.microsoft.com/office/drawing/2014/main" id="{57623D81-3779-8DAD-D214-3D036CF97D10}"/>
              </a:ext>
            </a:extLst>
          </p:cNvPr>
          <p:cNvGrpSpPr/>
          <p:nvPr/>
        </p:nvGrpSpPr>
        <p:grpSpPr>
          <a:xfrm>
            <a:off x="3185652" y="3429000"/>
            <a:ext cx="7334866" cy="3038609"/>
            <a:chOff x="0" y="1770744"/>
            <a:chExt cx="11809730" cy="4622800"/>
          </a:xfrm>
        </p:grpSpPr>
        <p:pic>
          <p:nvPicPr>
            <p:cNvPr id="6" name="object 4">
              <a:extLst>
                <a:ext uri="{FF2B5EF4-FFF2-40B4-BE49-F238E27FC236}">
                  <a16:creationId xmlns:a16="http://schemas.microsoft.com/office/drawing/2014/main" id="{FDC11FEA-7DC6-8876-CC80-DDF666354C91}"/>
                </a:ext>
              </a:extLst>
            </p:cNvPr>
            <p:cNvPicPr/>
            <p:nvPr/>
          </p:nvPicPr>
          <p:blipFill>
            <a:blip r:embed="rId2" cstate="print"/>
            <a:stretch>
              <a:fillRect/>
            </a:stretch>
          </p:blipFill>
          <p:spPr>
            <a:xfrm>
              <a:off x="5552108" y="1873624"/>
              <a:ext cx="6257471" cy="4417037"/>
            </a:xfrm>
            <a:prstGeom prst="rect">
              <a:avLst/>
            </a:prstGeom>
          </p:spPr>
        </p:pic>
        <p:pic>
          <p:nvPicPr>
            <p:cNvPr id="7" name="object 5">
              <a:extLst>
                <a:ext uri="{FF2B5EF4-FFF2-40B4-BE49-F238E27FC236}">
                  <a16:creationId xmlns:a16="http://schemas.microsoft.com/office/drawing/2014/main" id="{725896A7-AE45-C934-6E56-01895CDAF1FF}"/>
                </a:ext>
              </a:extLst>
            </p:cNvPr>
            <p:cNvPicPr/>
            <p:nvPr/>
          </p:nvPicPr>
          <p:blipFill>
            <a:blip r:embed="rId3" cstate="print"/>
            <a:stretch>
              <a:fillRect/>
            </a:stretch>
          </p:blipFill>
          <p:spPr>
            <a:xfrm>
              <a:off x="0" y="1770744"/>
              <a:ext cx="5719020" cy="4622799"/>
            </a:xfrm>
            <a:prstGeom prst="rect">
              <a:avLst/>
            </a:prstGeom>
          </p:spPr>
        </p:pic>
      </p:grpSp>
      <p:sp>
        <p:nvSpPr>
          <p:cNvPr id="22" name="TextBox 21">
            <a:extLst>
              <a:ext uri="{FF2B5EF4-FFF2-40B4-BE49-F238E27FC236}">
                <a16:creationId xmlns:a16="http://schemas.microsoft.com/office/drawing/2014/main" id="{F391FD5A-A5D3-6B1C-EAEA-F199C81920A0}"/>
              </a:ext>
            </a:extLst>
          </p:cNvPr>
          <p:cNvSpPr txBox="1"/>
          <p:nvPr/>
        </p:nvSpPr>
        <p:spPr>
          <a:xfrm>
            <a:off x="528099" y="1398967"/>
            <a:ext cx="10385708" cy="2308324"/>
          </a:xfrm>
          <a:prstGeom prst="rect">
            <a:avLst/>
          </a:prstGeom>
          <a:noFill/>
        </p:spPr>
        <p:txBody>
          <a:bodyPr wrap="square" rtlCol="0">
            <a:spAutoFit/>
          </a:bodyPr>
          <a:lstStyle/>
          <a:p>
            <a:pPr lvl="0"/>
            <a:r>
              <a:rPr lang="en-US" sz="1050" b="1"/>
              <a:t>LoRA (Low-Rank Adoption):</a:t>
            </a:r>
            <a:endParaRPr lang="en-US" sz="1050"/>
          </a:p>
          <a:p>
            <a:pPr lvl="1">
              <a:spcBef>
                <a:spcPts val="600"/>
              </a:spcBef>
            </a:pPr>
            <a:r>
              <a:rPr lang="en-US" sz="1000"/>
              <a:t>It is a technique exploits the fact that some weights have more significant impacts than others. In LoRA, the large weight matrix is divided into two smaller matrices by factorization.</a:t>
            </a:r>
          </a:p>
          <a:p>
            <a:pPr lvl="1">
              <a:spcBef>
                <a:spcPts val="600"/>
              </a:spcBef>
            </a:pPr>
            <a:r>
              <a:rPr lang="en-US" sz="1000"/>
              <a:t>We reduce the number of coefficients that need adjustment, making the fine-tuning process more efficient.</a:t>
            </a:r>
          </a:p>
          <a:p>
            <a:pPr lvl="1">
              <a:spcBef>
                <a:spcPct val="0"/>
              </a:spcBef>
            </a:pPr>
            <a:endParaRPr lang="en-US" sz="1000"/>
          </a:p>
          <a:p>
            <a:pPr lvl="0"/>
            <a:r>
              <a:rPr lang="en-US" sz="1050" b="1"/>
              <a:t>QLoRA (Quantization + Low-Rank Adoption):</a:t>
            </a:r>
            <a:endParaRPr lang="en-US" sz="1050"/>
          </a:p>
          <a:p>
            <a:pPr lvl="1">
              <a:spcBef>
                <a:spcPts val="600"/>
              </a:spcBef>
            </a:pPr>
            <a:r>
              <a:rPr lang="en-US" sz="1000"/>
              <a:t>Quantization involves converting high-precision floating-point coefficients into lower-precision representations, such as 4-bit integers. </a:t>
            </a:r>
          </a:p>
          <a:p>
            <a:pPr lvl="1">
              <a:spcBef>
                <a:spcPts val="600"/>
              </a:spcBef>
            </a:pPr>
            <a:r>
              <a:rPr lang="en-US" sz="1000"/>
              <a:t>Quantization offers a solution by reducing the precision of these coefficients. </a:t>
            </a:r>
          </a:p>
          <a:p>
            <a:pPr lvl="1">
              <a:spcBef>
                <a:spcPts val="600"/>
              </a:spcBef>
            </a:pPr>
            <a:r>
              <a:rPr lang="en-US" sz="1000"/>
              <a:t>For instance, a 32-bit floating-point number can be represented as a 4-bit integer within a specific range. This conversion significantly shrinks the memory footprint.</a:t>
            </a:r>
          </a:p>
          <a:p>
            <a:endParaRPr lang="en-US"/>
          </a:p>
        </p:txBody>
      </p:sp>
    </p:spTree>
    <p:extLst>
      <p:ext uri="{BB962C8B-B14F-4D97-AF65-F5344CB8AC3E}">
        <p14:creationId xmlns:p14="http://schemas.microsoft.com/office/powerpoint/2010/main" val="2204594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24DB9-8000-4FA4-2E4C-2C238AB42E9F}"/>
              </a:ext>
            </a:extLst>
          </p:cNvPr>
          <p:cNvSpPr>
            <a:spLocks noGrp="1"/>
          </p:cNvSpPr>
          <p:nvPr>
            <p:ph type="title"/>
          </p:nvPr>
        </p:nvSpPr>
        <p:spPr>
          <a:xfrm>
            <a:off x="761549" y="362349"/>
            <a:ext cx="10171922" cy="706964"/>
          </a:xfrm>
        </p:spPr>
        <p:txBody>
          <a:bodyPr/>
          <a:lstStyle/>
          <a:p>
            <a:r>
              <a:rPr lang="en-US"/>
              <a:t>Instruction Tuning</a:t>
            </a:r>
            <a:br>
              <a:rPr lang="en-US"/>
            </a:br>
            <a:r>
              <a:rPr lang="en-US" sz="2000"/>
              <a:t>Finetuned Language Net (FLAN)</a:t>
            </a:r>
            <a:endParaRPr lang="en-US"/>
          </a:p>
        </p:txBody>
      </p:sp>
      <p:sp>
        <p:nvSpPr>
          <p:cNvPr id="3" name="Content Placeholder 2">
            <a:extLst>
              <a:ext uri="{FF2B5EF4-FFF2-40B4-BE49-F238E27FC236}">
                <a16:creationId xmlns:a16="http://schemas.microsoft.com/office/drawing/2014/main" id="{7CA1748A-3130-1DE4-651F-33000F509C3C}"/>
              </a:ext>
            </a:extLst>
          </p:cNvPr>
          <p:cNvSpPr>
            <a:spLocks noGrp="1"/>
          </p:cNvSpPr>
          <p:nvPr>
            <p:ph idx="1"/>
          </p:nvPr>
        </p:nvSpPr>
        <p:spPr>
          <a:xfrm>
            <a:off x="795962" y="1469481"/>
            <a:ext cx="9488580" cy="1959519"/>
          </a:xfrm>
        </p:spPr>
        <p:txBody>
          <a:bodyPr>
            <a:normAutofit/>
          </a:bodyPr>
          <a:lstStyle/>
          <a:p>
            <a:pPr>
              <a:buFont typeface="System Font Regular"/>
              <a:buChar char="−"/>
            </a:pPr>
            <a:r>
              <a:rPr lang="en-US" sz="1600">
                <a:latin typeface="Aptos" panose="020B0004020202020204" pitchFamily="34" charset="0"/>
              </a:rPr>
              <a:t>Whereas supervised fine-tuning trains models on input examples and their corresponding outputs, instruction tuning augments input-output examples with instructions, which enables instruction-tuned models to generalize more easily to new tasks.</a:t>
            </a:r>
          </a:p>
          <a:p>
            <a:pPr>
              <a:buFont typeface="System Font Regular"/>
              <a:buChar char="−"/>
            </a:pPr>
            <a:r>
              <a:rPr lang="en-US" sz="1600">
                <a:solidFill>
                  <a:srgbClr val="333333"/>
                </a:solidFill>
                <a:effectLst/>
                <a:latin typeface="Aptos" panose="020B0004020202020204" pitchFamily="34" charset="0"/>
              </a:rPr>
              <a:t>"Instruction tuning", which finetunes language models on a collection of tasks described via instructions, substantially boosts zero-shot performance on unseen tasks.</a:t>
            </a:r>
            <a:endParaRPr lang="en-US" sz="1600">
              <a:latin typeface="Aptos" panose="020B0004020202020204" pitchFamily="34" charset="0"/>
            </a:endParaRPr>
          </a:p>
          <a:p>
            <a:pPr>
              <a:buFont typeface="System Font Regular"/>
              <a:buChar char="−"/>
            </a:pPr>
            <a:r>
              <a:rPr lang="en-US" sz="1600">
                <a:solidFill>
                  <a:srgbClr val="363737"/>
                </a:solidFill>
                <a:effectLst/>
                <a:latin typeface="Aptos" panose="020B0004020202020204" pitchFamily="34" charset="0"/>
              </a:rPr>
              <a:t>Methods differ based on how the instruction tuning data is constructed.</a:t>
            </a:r>
            <a:endParaRPr lang="en-US" sz="1600">
              <a:latin typeface="Aptos" panose="020B0004020202020204" pitchFamily="34" charset="0"/>
            </a:endParaRPr>
          </a:p>
        </p:txBody>
      </p:sp>
      <p:pic>
        <p:nvPicPr>
          <p:cNvPr id="16386" name="Picture 2">
            <a:extLst>
              <a:ext uri="{FF2B5EF4-FFF2-40B4-BE49-F238E27FC236}">
                <a16:creationId xmlns:a16="http://schemas.microsoft.com/office/drawing/2014/main" id="{9C5F1E48-FC56-F824-80AF-69920E869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5108" y="3595645"/>
            <a:ext cx="7393407" cy="26713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6A632F2-A0CF-15D6-B326-0DF570AEDA53}"/>
              </a:ext>
            </a:extLst>
          </p:cNvPr>
          <p:cNvSpPr txBox="1"/>
          <p:nvPr/>
        </p:nvSpPr>
        <p:spPr>
          <a:xfrm>
            <a:off x="7305367" y="6495651"/>
            <a:ext cx="4756430" cy="253916"/>
          </a:xfrm>
          <a:prstGeom prst="rect">
            <a:avLst/>
          </a:prstGeom>
          <a:noFill/>
        </p:spPr>
        <p:txBody>
          <a:bodyPr wrap="none" rtlCol="0">
            <a:spAutoFit/>
          </a:bodyPr>
          <a:lstStyle/>
          <a:p>
            <a:r>
              <a:rPr lang="en-US" sz="1050" i="1">
                <a:solidFill>
                  <a:srgbClr val="000000"/>
                </a:solidFill>
                <a:latin typeface="Lucida Grande" panose="020B0600040502020204" pitchFamily="34" charset="0"/>
              </a:rPr>
              <a:t>F</a:t>
            </a:r>
            <a:r>
              <a:rPr lang="en-US" sz="1050" i="1">
                <a:solidFill>
                  <a:srgbClr val="000000"/>
                </a:solidFill>
                <a:effectLst/>
                <a:latin typeface="Lucida Grande" panose="020B0600040502020204" pitchFamily="34" charset="0"/>
              </a:rPr>
              <a:t>inetuned Language Models Are Zero-Shot Learners; Wei et al. 2022</a:t>
            </a:r>
          </a:p>
        </p:txBody>
      </p:sp>
    </p:spTree>
    <p:extLst>
      <p:ext uri="{BB962C8B-B14F-4D97-AF65-F5344CB8AC3E}">
        <p14:creationId xmlns:p14="http://schemas.microsoft.com/office/powerpoint/2010/main" val="1837706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000" spc="-145"/>
              <a:t>Prompt</a:t>
            </a:r>
            <a:r>
              <a:rPr sz="4000" spc="-180"/>
              <a:t> </a:t>
            </a:r>
            <a:r>
              <a:rPr sz="4000" spc="-265"/>
              <a:t>Tuning</a:t>
            </a:r>
            <a:endParaRPr sz="4000"/>
          </a:p>
        </p:txBody>
      </p:sp>
      <p:pic>
        <p:nvPicPr>
          <p:cNvPr id="3" name="object 3"/>
          <p:cNvPicPr/>
          <p:nvPr/>
        </p:nvPicPr>
        <p:blipFill>
          <a:blip r:embed="rId2" cstate="print"/>
          <a:stretch>
            <a:fillRect/>
          </a:stretch>
        </p:blipFill>
        <p:spPr>
          <a:xfrm>
            <a:off x="1051540" y="1577300"/>
            <a:ext cx="10088920" cy="4570566"/>
          </a:xfrm>
          <a:prstGeom prst="rect">
            <a:avLst/>
          </a:prstGeom>
        </p:spPr>
      </p:pic>
      <p:sp>
        <p:nvSpPr>
          <p:cNvPr id="4" name="object 4"/>
          <p:cNvSpPr txBox="1"/>
          <p:nvPr/>
        </p:nvSpPr>
        <p:spPr>
          <a:xfrm>
            <a:off x="7629832" y="6564817"/>
            <a:ext cx="4439591" cy="199350"/>
          </a:xfrm>
          <a:prstGeom prst="rect">
            <a:avLst/>
          </a:prstGeom>
        </p:spPr>
        <p:txBody>
          <a:bodyPr vert="horz" wrap="square" lIns="0" tIns="0" rIns="0" bIns="0" rtlCol="0">
            <a:spAutoFit/>
          </a:bodyPr>
          <a:lstStyle/>
          <a:p>
            <a:pPr marL="12700" algn="r">
              <a:lnSpc>
                <a:spcPts val="1810"/>
              </a:lnSpc>
            </a:pPr>
            <a:r>
              <a:rPr sz="900" i="1" spc="-55">
                <a:latin typeface="Arial"/>
                <a:cs typeface="Arial"/>
              </a:rPr>
              <a:t>http</a:t>
            </a:r>
            <a:r>
              <a:rPr sz="900" i="1" spc="-55">
                <a:latin typeface="Arial"/>
                <a:cs typeface="Arial"/>
                <a:hlinkClick r:id="rId3">
                  <a:extLst>
                    <a:ext uri="{A12FA001-AC4F-418D-AE19-62706E023703}">
                      <ahyp:hlinkClr xmlns:ahyp="http://schemas.microsoft.com/office/drawing/2018/hyperlinkcolor" val="tx"/>
                    </a:ext>
                  </a:extLst>
                </a:hlinkClick>
              </a:rPr>
              <a:t>s://www.leewayhertz.com/parameter-</a:t>
            </a:r>
            <a:r>
              <a:rPr sz="900" i="1" spc="-50">
                <a:latin typeface="Arial"/>
                <a:cs typeface="Arial"/>
                <a:hlinkClick r:id="rId3">
                  <a:extLst>
                    <a:ext uri="{A12FA001-AC4F-418D-AE19-62706E023703}">
                      <ahyp:hlinkClr xmlns:ahyp="http://schemas.microsoft.com/office/drawing/2018/hyperlinkcolor" val="tx"/>
                    </a:ext>
                  </a:extLst>
                </a:hlinkClick>
              </a:rPr>
              <a:t>efficient-</a:t>
            </a:r>
            <a:r>
              <a:rPr sz="900" i="1" spc="-40">
                <a:latin typeface="Arial"/>
                <a:cs typeface="Arial"/>
                <a:hlinkClick r:id="rId3">
                  <a:extLst>
                    <a:ext uri="{A12FA001-AC4F-418D-AE19-62706E023703}">
                      <ahyp:hlinkClr xmlns:ahyp="http://schemas.microsoft.com/office/drawing/2018/hyperlinkcolor" val="tx"/>
                    </a:ext>
                  </a:extLst>
                </a:hlinkClick>
              </a:rPr>
              <a:t>fine-</a:t>
            </a:r>
            <a:r>
              <a:rPr sz="900" i="1" spc="-10">
                <a:latin typeface="Arial"/>
                <a:cs typeface="Arial"/>
                <a:hlinkClick r:id="rId3">
                  <a:extLst>
                    <a:ext uri="{A12FA001-AC4F-418D-AE19-62706E023703}">
                      <ahyp:hlinkClr xmlns:ahyp="http://schemas.microsoft.com/office/drawing/2018/hyperlinkcolor" val="tx"/>
                    </a:ext>
                  </a:extLst>
                </a:hlinkClick>
              </a:rPr>
              <a:t>tuning/</a:t>
            </a:r>
            <a:endParaRPr sz="900" i="1">
              <a:latin typeface="Arial"/>
              <a:cs typeface="Arial"/>
            </a:endParaRPr>
          </a:p>
        </p:txBody>
      </p:sp>
    </p:spTree>
    <p:extLst>
      <p:ext uri="{BB962C8B-B14F-4D97-AF65-F5344CB8AC3E}">
        <p14:creationId xmlns:p14="http://schemas.microsoft.com/office/powerpoint/2010/main" val="9086158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2" name="Rectangle 11">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C64122D-6741-6388-2AEB-E62D6C5F6174}"/>
              </a:ext>
            </a:extLst>
          </p:cNvPr>
          <p:cNvSpPr>
            <a:spLocks noGrp="1"/>
          </p:cNvSpPr>
          <p:nvPr>
            <p:ph type="title"/>
          </p:nvPr>
        </p:nvSpPr>
        <p:spPr>
          <a:xfrm>
            <a:off x="8382055" y="1241266"/>
            <a:ext cx="3161016" cy="3153753"/>
          </a:xfrm>
        </p:spPr>
        <p:txBody>
          <a:bodyPr vert="horz" lIns="91440" tIns="45720" rIns="91440" bIns="45720" rtlCol="0" anchor="b">
            <a:normAutofit/>
          </a:bodyPr>
          <a:lstStyle/>
          <a:p>
            <a:r>
              <a:rPr lang="en-US" sz="3800" b="0" i="0" kern="1200">
                <a:solidFill>
                  <a:srgbClr val="EBEBEB"/>
                </a:solidFill>
                <a:latin typeface="+mj-lt"/>
                <a:ea typeface="+mj-ea"/>
                <a:cs typeface="+mj-cs"/>
              </a:rPr>
              <a:t>Tuning Approaches</a:t>
            </a:r>
          </a:p>
        </p:txBody>
      </p:sp>
      <p:grpSp>
        <p:nvGrpSpPr>
          <p:cNvPr id="14" name="Group 13">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15" name="Rectangle 14">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7"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3" name="Picture 4" descr="Generated image">
            <a:extLst>
              <a:ext uri="{FF2B5EF4-FFF2-40B4-BE49-F238E27FC236}">
                <a16:creationId xmlns:a16="http://schemas.microsoft.com/office/drawing/2014/main" id="{85001DD6-5668-61AC-05CE-8F0B19B9C8E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77690" y="1003370"/>
            <a:ext cx="7267808" cy="4851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771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DBA8E-7C14-81DB-3CDA-9AD1095E3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82321-874A-3DB8-9CCC-C40BCEBE34D4}"/>
              </a:ext>
            </a:extLst>
          </p:cNvPr>
          <p:cNvSpPr>
            <a:spLocks noGrp="1"/>
          </p:cNvSpPr>
          <p:nvPr>
            <p:ph type="title" idx="4294967295"/>
          </p:nvPr>
        </p:nvSpPr>
        <p:spPr>
          <a:xfrm>
            <a:off x="1052622" y="155976"/>
            <a:ext cx="8761413" cy="708025"/>
          </a:xfrm>
        </p:spPr>
        <p:txBody>
          <a:bodyPr/>
          <a:lstStyle/>
          <a:p>
            <a:pPr algn="ctr"/>
            <a:r>
              <a:rPr lang="en-US" sz="2800">
                <a:solidFill>
                  <a:schemeClr val="tx1"/>
                </a:solidFill>
              </a:rPr>
              <a:t>Different Training Strategies</a:t>
            </a:r>
          </a:p>
        </p:txBody>
      </p:sp>
      <p:graphicFrame>
        <p:nvGraphicFramePr>
          <p:cNvPr id="5" name="Table 4">
            <a:extLst>
              <a:ext uri="{FF2B5EF4-FFF2-40B4-BE49-F238E27FC236}">
                <a16:creationId xmlns:a16="http://schemas.microsoft.com/office/drawing/2014/main" id="{113D1F5C-0A72-CA9B-00F0-2F7EB97E55CF}"/>
              </a:ext>
            </a:extLst>
          </p:cNvPr>
          <p:cNvGraphicFramePr>
            <a:graphicFrameLocks noGrp="1"/>
          </p:cNvGraphicFramePr>
          <p:nvPr>
            <p:extLst>
              <p:ext uri="{D42A27DB-BD31-4B8C-83A1-F6EECF244321}">
                <p14:modId xmlns:p14="http://schemas.microsoft.com/office/powerpoint/2010/main" val="3677556937"/>
              </p:ext>
            </p:extLst>
          </p:nvPr>
        </p:nvGraphicFramePr>
        <p:xfrm>
          <a:off x="646176" y="997583"/>
          <a:ext cx="10698480" cy="5620827"/>
        </p:xfrm>
        <a:graphic>
          <a:graphicData uri="http://schemas.openxmlformats.org/drawingml/2006/table">
            <a:tbl>
              <a:tblPr/>
              <a:tblGrid>
                <a:gridCol w="1325880">
                  <a:extLst>
                    <a:ext uri="{9D8B030D-6E8A-4147-A177-3AD203B41FA5}">
                      <a16:colId xmlns:a16="http://schemas.microsoft.com/office/drawing/2014/main" val="888946918"/>
                    </a:ext>
                  </a:extLst>
                </a:gridCol>
                <a:gridCol w="3291840">
                  <a:extLst>
                    <a:ext uri="{9D8B030D-6E8A-4147-A177-3AD203B41FA5}">
                      <a16:colId xmlns:a16="http://schemas.microsoft.com/office/drawing/2014/main" val="248986271"/>
                    </a:ext>
                  </a:extLst>
                </a:gridCol>
                <a:gridCol w="2999232">
                  <a:extLst>
                    <a:ext uri="{9D8B030D-6E8A-4147-A177-3AD203B41FA5}">
                      <a16:colId xmlns:a16="http://schemas.microsoft.com/office/drawing/2014/main" val="3970576752"/>
                    </a:ext>
                  </a:extLst>
                </a:gridCol>
                <a:gridCol w="3081528">
                  <a:extLst>
                    <a:ext uri="{9D8B030D-6E8A-4147-A177-3AD203B41FA5}">
                      <a16:colId xmlns:a16="http://schemas.microsoft.com/office/drawing/2014/main" val="1081077394"/>
                    </a:ext>
                  </a:extLst>
                </a:gridCol>
              </a:tblGrid>
              <a:tr h="142704">
                <a:tc>
                  <a:txBody>
                    <a:bodyPr/>
                    <a:lstStyle/>
                    <a:p>
                      <a:pPr algn="ctr"/>
                      <a:r>
                        <a:rPr lang="en-US" sz="1000" b="1" u="sng"/>
                        <a:t>Aspect</a:t>
                      </a:r>
                      <a:endParaRPr lang="en-US" sz="1000" u="sng"/>
                    </a:p>
                  </a:txBody>
                  <a:tcPr marL="17518" marR="17518" marT="8759" marB="8759" anchor="ctr">
                    <a:lnL>
                      <a:noFill/>
                    </a:lnL>
                    <a:lnR>
                      <a:noFill/>
                    </a:lnR>
                    <a:lnT>
                      <a:noFill/>
                    </a:lnT>
                    <a:lnB>
                      <a:noFill/>
                    </a:lnB>
                    <a:noFill/>
                  </a:tcPr>
                </a:tc>
                <a:tc>
                  <a:txBody>
                    <a:bodyPr/>
                    <a:lstStyle/>
                    <a:p>
                      <a:pPr algn="ctr"/>
                      <a:r>
                        <a:rPr lang="en-US" sz="1000" b="1" u="sng"/>
                        <a:t>Traditional Fine-Tuning</a:t>
                      </a:r>
                      <a:endParaRPr lang="en-US" sz="1000" u="sng"/>
                    </a:p>
                  </a:txBody>
                  <a:tcPr marL="17518" marR="17518" marT="8759" marB="8759" anchor="ctr">
                    <a:lnL>
                      <a:noFill/>
                    </a:lnL>
                    <a:lnR>
                      <a:noFill/>
                    </a:lnR>
                    <a:lnT>
                      <a:noFill/>
                    </a:lnT>
                    <a:lnB>
                      <a:noFill/>
                    </a:lnB>
                    <a:noFill/>
                  </a:tcPr>
                </a:tc>
                <a:tc>
                  <a:txBody>
                    <a:bodyPr/>
                    <a:lstStyle/>
                    <a:p>
                      <a:pPr algn="ctr"/>
                      <a:r>
                        <a:rPr lang="en-US" sz="1000" b="1" u="sng"/>
                        <a:t>Instruction Tuning</a:t>
                      </a:r>
                      <a:endParaRPr lang="en-US" sz="1000" u="sng"/>
                    </a:p>
                  </a:txBody>
                  <a:tcPr marL="17518" marR="17518" marT="8759" marB="8759" anchor="ctr">
                    <a:lnL>
                      <a:noFill/>
                    </a:lnL>
                    <a:lnR>
                      <a:noFill/>
                    </a:lnR>
                    <a:lnT>
                      <a:noFill/>
                    </a:lnT>
                    <a:lnB>
                      <a:noFill/>
                    </a:lnB>
                    <a:noFill/>
                  </a:tcPr>
                </a:tc>
                <a:tc>
                  <a:txBody>
                    <a:bodyPr/>
                    <a:lstStyle/>
                    <a:p>
                      <a:pPr algn="ctr"/>
                      <a:r>
                        <a:rPr lang="en-US" sz="1000" b="1" u="sng"/>
                        <a:t>Hybrid Approach</a:t>
                      </a:r>
                      <a:endParaRPr lang="en-US" sz="1000" u="sng"/>
                    </a:p>
                  </a:txBody>
                  <a:tcPr marL="17518" marR="17518" marT="8759" marB="8759" anchor="ctr">
                    <a:lnL>
                      <a:noFill/>
                    </a:lnL>
                    <a:lnR>
                      <a:noFill/>
                    </a:lnR>
                    <a:lnT>
                      <a:noFill/>
                    </a:lnT>
                    <a:lnB>
                      <a:noFill/>
                    </a:lnB>
                    <a:noFill/>
                  </a:tcPr>
                </a:tc>
                <a:extLst>
                  <a:ext uri="{0D108BD9-81ED-4DB2-BD59-A6C34878D82A}">
                    <a16:rowId xmlns:a16="http://schemas.microsoft.com/office/drawing/2014/main" val="3957860638"/>
                  </a:ext>
                </a:extLst>
              </a:tr>
              <a:tr h="530152">
                <a:tc>
                  <a:txBody>
                    <a:bodyPr/>
                    <a:lstStyle/>
                    <a:p>
                      <a:r>
                        <a:rPr lang="en-US" sz="800" b="1"/>
                        <a:t>Description</a:t>
                      </a:r>
                      <a:endParaRPr lang="en-US" sz="800"/>
                    </a:p>
                  </a:txBody>
                  <a:tcPr marL="17518" marR="17518" marT="8759" marB="8759" anchor="ctr">
                    <a:lnL>
                      <a:noFill/>
                    </a:lnL>
                    <a:lnR>
                      <a:noFill/>
                    </a:lnR>
                    <a:lnT>
                      <a:noFill/>
                    </a:lnT>
                    <a:lnB>
                      <a:noFill/>
                    </a:lnB>
                    <a:noFill/>
                  </a:tcPr>
                </a:tc>
                <a:tc>
                  <a:txBody>
                    <a:bodyPr/>
                    <a:lstStyle/>
                    <a:p>
                      <a:r>
                        <a:rPr lang="en-US" sz="800"/>
                        <a:t>Adapting a general-purpose model to cybersecurity by updating weights on a large unlabeled/labeled </a:t>
                      </a:r>
                      <a:r>
                        <a:rPr lang="en-US" sz="800" b="1"/>
                        <a:t>domain corpus</a:t>
                      </a:r>
                      <a:endParaRPr lang="en-US" sz="800"/>
                    </a:p>
                  </a:txBody>
                  <a:tcPr marL="17518" marR="17518" marT="8759" marB="8759" anchor="ctr">
                    <a:lnL>
                      <a:noFill/>
                    </a:lnL>
                    <a:lnR>
                      <a:noFill/>
                    </a:lnR>
                    <a:lnT>
                      <a:noFill/>
                    </a:lnT>
                    <a:lnB>
                      <a:noFill/>
                    </a:lnB>
                    <a:noFill/>
                  </a:tcPr>
                </a:tc>
                <a:tc>
                  <a:txBody>
                    <a:bodyPr/>
                    <a:lstStyle/>
                    <a:p>
                      <a:r>
                        <a:rPr lang="en-US" sz="800"/>
                        <a:t>Adapting a model to follow </a:t>
                      </a:r>
                      <a:r>
                        <a:rPr lang="en-US" sz="800" b="1"/>
                        <a:t>explicit instructions</a:t>
                      </a:r>
                      <a:r>
                        <a:rPr lang="en-US" sz="800"/>
                        <a:t> in natural language format across various cybersecurity tasks</a:t>
                      </a:r>
                    </a:p>
                  </a:txBody>
                  <a:tcPr marL="17518" marR="17518" marT="8759" marB="8759" anchor="ctr">
                    <a:lnL>
                      <a:noFill/>
                    </a:lnL>
                    <a:lnR>
                      <a:noFill/>
                    </a:lnR>
                    <a:lnT>
                      <a:noFill/>
                    </a:lnT>
                    <a:lnB>
                      <a:noFill/>
                    </a:lnB>
                    <a:noFill/>
                  </a:tcPr>
                </a:tc>
                <a:tc>
                  <a:txBody>
                    <a:bodyPr/>
                    <a:lstStyle/>
                    <a:p>
                      <a:r>
                        <a:rPr lang="en-US" sz="800"/>
                        <a:t>Combines traditional fine-tuning on a domain corpus followed by instruction tuning or integrates both into a single multi-objective training setup</a:t>
                      </a:r>
                    </a:p>
                  </a:txBody>
                  <a:tcPr marL="17518" marR="17518" marT="8759" marB="8759" anchor="ctr">
                    <a:lnL>
                      <a:noFill/>
                    </a:lnL>
                    <a:lnR>
                      <a:noFill/>
                    </a:lnR>
                    <a:lnT>
                      <a:noFill/>
                    </a:lnT>
                    <a:lnB>
                      <a:noFill/>
                    </a:lnB>
                    <a:noFill/>
                  </a:tcPr>
                </a:tc>
                <a:extLst>
                  <a:ext uri="{0D108BD9-81ED-4DB2-BD59-A6C34878D82A}">
                    <a16:rowId xmlns:a16="http://schemas.microsoft.com/office/drawing/2014/main" val="4135964506"/>
                  </a:ext>
                </a:extLst>
              </a:tr>
              <a:tr h="392255">
                <a:tc>
                  <a:txBody>
                    <a:bodyPr/>
                    <a:lstStyle/>
                    <a:p>
                      <a:r>
                        <a:rPr lang="en-US" sz="800" b="1"/>
                        <a:t>Input Format</a:t>
                      </a:r>
                      <a:endParaRPr lang="en-US" sz="800"/>
                    </a:p>
                  </a:txBody>
                  <a:tcPr marL="17518" marR="17518" marT="8759" marB="8759" anchor="ctr">
                    <a:lnL>
                      <a:noFill/>
                    </a:lnL>
                    <a:lnR>
                      <a:noFill/>
                    </a:lnR>
                    <a:lnT>
                      <a:noFill/>
                    </a:lnT>
                    <a:lnB>
                      <a:noFill/>
                    </a:lnB>
                    <a:noFill/>
                  </a:tcPr>
                </a:tc>
                <a:tc>
                  <a:txBody>
                    <a:bodyPr/>
                    <a:lstStyle/>
                    <a:p>
                      <a:r>
                        <a:rPr lang="en-US" sz="800"/>
                        <a:t>Raw cybersecurity texts (blogs, CVEs, advisories)</a:t>
                      </a:r>
                    </a:p>
                  </a:txBody>
                  <a:tcPr marL="17518" marR="17518" marT="8759" marB="8759" anchor="ctr">
                    <a:lnL>
                      <a:noFill/>
                    </a:lnL>
                    <a:lnR>
                      <a:noFill/>
                    </a:lnR>
                    <a:lnT>
                      <a:noFill/>
                    </a:lnT>
                    <a:lnB>
                      <a:noFill/>
                    </a:lnB>
                    <a:noFill/>
                  </a:tcPr>
                </a:tc>
                <a:tc>
                  <a:txBody>
                    <a:bodyPr/>
                    <a:lstStyle/>
                    <a:p>
                      <a:r>
                        <a:rPr lang="en-US" sz="800"/>
                        <a:t>Tuples like </a:t>
                      </a:r>
                      <a:r>
                        <a:rPr lang="en-US" sz="800" i="1"/>
                        <a:t>(“Map this CVE to MITRE ATT&amp;CK”, CVE text → expected answer)</a:t>
                      </a:r>
                      <a:endParaRPr lang="en-US" sz="800"/>
                    </a:p>
                  </a:txBody>
                  <a:tcPr marL="17518" marR="17518" marT="8759" marB="8759" anchor="ctr">
                    <a:lnL>
                      <a:noFill/>
                    </a:lnL>
                    <a:lnR>
                      <a:noFill/>
                    </a:lnR>
                    <a:lnT>
                      <a:noFill/>
                    </a:lnT>
                    <a:lnB>
                      <a:noFill/>
                    </a:lnB>
                    <a:noFill/>
                  </a:tcPr>
                </a:tc>
                <a:tc>
                  <a:txBody>
                    <a:bodyPr/>
                    <a:lstStyle/>
                    <a:p>
                      <a:r>
                        <a:rPr lang="en-US" sz="800"/>
                        <a:t>First: domain texts → corpus adaptation; then: curated instructions → multi-task generalization</a:t>
                      </a:r>
                    </a:p>
                  </a:txBody>
                  <a:tcPr marL="17518" marR="17518" marT="8759" marB="8759" anchor="ctr">
                    <a:lnL>
                      <a:noFill/>
                    </a:lnL>
                    <a:lnR>
                      <a:noFill/>
                    </a:lnR>
                    <a:lnT>
                      <a:noFill/>
                    </a:lnT>
                    <a:lnB>
                      <a:noFill/>
                    </a:lnB>
                    <a:noFill/>
                  </a:tcPr>
                </a:tc>
                <a:extLst>
                  <a:ext uri="{0D108BD9-81ED-4DB2-BD59-A6C34878D82A}">
                    <a16:rowId xmlns:a16="http://schemas.microsoft.com/office/drawing/2014/main" val="2056661077"/>
                  </a:ext>
                </a:extLst>
              </a:tr>
              <a:tr h="517031">
                <a:tc>
                  <a:txBody>
                    <a:bodyPr/>
                    <a:lstStyle/>
                    <a:p>
                      <a:r>
                        <a:rPr lang="en-US" sz="800" b="1"/>
                        <a:t>Training Objective</a:t>
                      </a:r>
                      <a:endParaRPr lang="en-US" sz="800"/>
                    </a:p>
                  </a:txBody>
                  <a:tcPr marL="17518" marR="17518" marT="8759" marB="8759" anchor="ctr">
                    <a:lnL>
                      <a:noFill/>
                    </a:lnL>
                    <a:lnR>
                      <a:noFill/>
                    </a:lnR>
                    <a:lnT>
                      <a:noFill/>
                    </a:lnT>
                    <a:lnB>
                      <a:noFill/>
                    </a:lnB>
                    <a:noFill/>
                  </a:tcPr>
                </a:tc>
                <a:tc>
                  <a:txBody>
                    <a:bodyPr/>
                    <a:lstStyle/>
                    <a:p>
                      <a:r>
                        <a:rPr lang="en-US" sz="800"/>
                        <a:t>Masked Language Modeling (MLM) or Causal Language Modeling (CLM); optionally with classification/regression heads</a:t>
                      </a:r>
                    </a:p>
                  </a:txBody>
                  <a:tcPr marL="17518" marR="17518" marT="8759" marB="8759" anchor="ctr">
                    <a:lnL>
                      <a:noFill/>
                    </a:lnL>
                    <a:lnR>
                      <a:noFill/>
                    </a:lnR>
                    <a:lnT>
                      <a:noFill/>
                    </a:lnT>
                    <a:lnB>
                      <a:noFill/>
                    </a:lnB>
                    <a:noFill/>
                  </a:tcPr>
                </a:tc>
                <a:tc>
                  <a:txBody>
                    <a:bodyPr/>
                    <a:lstStyle/>
                    <a:p>
                      <a:r>
                        <a:rPr lang="en-US" sz="800"/>
                        <a:t>Supervised generation / classification using cross-entropy loss</a:t>
                      </a:r>
                    </a:p>
                  </a:txBody>
                  <a:tcPr marL="17518" marR="17518" marT="8759" marB="8759" anchor="ctr">
                    <a:lnL>
                      <a:noFill/>
                    </a:lnL>
                    <a:lnR>
                      <a:noFill/>
                    </a:lnR>
                    <a:lnT>
                      <a:noFill/>
                    </a:lnT>
                    <a:lnB>
                      <a:noFill/>
                    </a:lnB>
                    <a:noFill/>
                  </a:tcPr>
                </a:tc>
                <a:tc>
                  <a:txBody>
                    <a:bodyPr/>
                    <a:lstStyle/>
                    <a:p>
                      <a:r>
                        <a:rPr lang="en-US" sz="800"/>
                        <a:t>Pretrain or adapt with MLM, then instruction tune; or mix the objectives (e.g., multi-task loss)</a:t>
                      </a:r>
                    </a:p>
                  </a:txBody>
                  <a:tcPr marL="17518" marR="17518" marT="8759" marB="8759" anchor="ctr">
                    <a:lnL>
                      <a:noFill/>
                    </a:lnL>
                    <a:lnR>
                      <a:noFill/>
                    </a:lnR>
                    <a:lnT>
                      <a:noFill/>
                    </a:lnT>
                    <a:lnB>
                      <a:noFill/>
                    </a:lnB>
                    <a:noFill/>
                  </a:tcPr>
                </a:tc>
                <a:extLst>
                  <a:ext uri="{0D108BD9-81ED-4DB2-BD59-A6C34878D82A}">
                    <a16:rowId xmlns:a16="http://schemas.microsoft.com/office/drawing/2014/main" val="2781085707"/>
                  </a:ext>
                </a:extLst>
              </a:tr>
              <a:tr h="517031">
                <a:tc>
                  <a:txBody>
                    <a:bodyPr/>
                    <a:lstStyle/>
                    <a:p>
                      <a:r>
                        <a:rPr lang="en-US" sz="800" b="1"/>
                        <a:t>Best For</a:t>
                      </a:r>
                      <a:endParaRPr lang="en-US" sz="800"/>
                    </a:p>
                  </a:txBody>
                  <a:tcPr marL="17518" marR="17518" marT="8759" marB="8759" anchor="ctr">
                    <a:lnL>
                      <a:noFill/>
                    </a:lnL>
                    <a:lnR>
                      <a:noFill/>
                    </a:lnR>
                    <a:lnT>
                      <a:noFill/>
                    </a:lnT>
                    <a:lnB>
                      <a:noFill/>
                    </a:lnB>
                    <a:noFill/>
                  </a:tcPr>
                </a:tc>
                <a:tc>
                  <a:txBody>
                    <a:bodyPr/>
                    <a:lstStyle/>
                    <a:p>
                      <a:r>
                        <a:rPr lang="en-US" sz="800"/>
                        <a:t>Embedding learning, classification, entity recognition, internalizing domain-specific syntax and jargon</a:t>
                      </a:r>
                    </a:p>
                  </a:txBody>
                  <a:tcPr marL="17518" marR="17518" marT="8759" marB="8759" anchor="ctr">
                    <a:lnL>
                      <a:noFill/>
                    </a:lnL>
                    <a:lnR>
                      <a:noFill/>
                    </a:lnR>
                    <a:lnT>
                      <a:noFill/>
                    </a:lnT>
                    <a:lnB>
                      <a:noFill/>
                    </a:lnB>
                    <a:noFill/>
                  </a:tcPr>
                </a:tc>
                <a:tc>
                  <a:txBody>
                    <a:bodyPr/>
                    <a:lstStyle/>
                    <a:p>
                      <a:r>
                        <a:rPr lang="en-US" sz="800"/>
                        <a:t>Multi-turn reasoning, question-answering, structured task execution (e.g., IOC extraction, root cause summarization)</a:t>
                      </a:r>
                    </a:p>
                  </a:txBody>
                  <a:tcPr marL="17518" marR="17518" marT="8759" marB="8759" anchor="ctr">
                    <a:lnL>
                      <a:noFill/>
                    </a:lnL>
                    <a:lnR>
                      <a:noFill/>
                    </a:lnR>
                    <a:lnT>
                      <a:noFill/>
                    </a:lnT>
                    <a:lnB>
                      <a:noFill/>
                    </a:lnB>
                    <a:noFill/>
                  </a:tcPr>
                </a:tc>
                <a:tc>
                  <a:txBody>
                    <a:bodyPr/>
                    <a:lstStyle/>
                    <a:p>
                      <a:r>
                        <a:rPr lang="en-US" sz="800"/>
                        <a:t>Use cases needing both strong domain understanding and complex task following (e.g., SOC assistant, security triage)</a:t>
                      </a:r>
                    </a:p>
                  </a:txBody>
                  <a:tcPr marL="17518" marR="17518" marT="8759" marB="8759" anchor="ctr">
                    <a:lnL>
                      <a:noFill/>
                    </a:lnL>
                    <a:lnR>
                      <a:noFill/>
                    </a:lnR>
                    <a:lnT>
                      <a:noFill/>
                    </a:lnT>
                    <a:lnB>
                      <a:noFill/>
                    </a:lnB>
                    <a:noFill/>
                  </a:tcPr>
                </a:tc>
                <a:extLst>
                  <a:ext uri="{0D108BD9-81ED-4DB2-BD59-A6C34878D82A}">
                    <a16:rowId xmlns:a16="http://schemas.microsoft.com/office/drawing/2014/main" val="3207201404"/>
                  </a:ext>
                </a:extLst>
              </a:tr>
              <a:tr h="517031">
                <a:tc>
                  <a:txBody>
                    <a:bodyPr/>
                    <a:lstStyle/>
                    <a:p>
                      <a:r>
                        <a:rPr lang="en-US" sz="800" b="1"/>
                        <a:t>Sample Cyber LLMs</a:t>
                      </a:r>
                      <a:endParaRPr lang="en-US" sz="800"/>
                    </a:p>
                  </a:txBody>
                  <a:tcPr marL="17518" marR="17518" marT="8759" marB="8759" anchor="ctr">
                    <a:lnL>
                      <a:noFill/>
                    </a:lnL>
                    <a:lnR>
                      <a:noFill/>
                    </a:lnR>
                    <a:lnT>
                      <a:noFill/>
                    </a:lnT>
                    <a:lnB>
                      <a:noFill/>
                    </a:lnB>
                    <a:noFill/>
                  </a:tcPr>
                </a:tc>
                <a:tc>
                  <a:txBody>
                    <a:bodyPr/>
                    <a:lstStyle/>
                    <a:p>
                      <a:r>
                        <a:rPr lang="en-US" sz="800"/>
                        <a:t>• CTI-BERT (IBM)</a:t>
                      </a:r>
                      <a:br>
                        <a:rPr lang="en-US" sz="800"/>
                      </a:br>
                      <a:r>
                        <a:rPr lang="en-US" sz="800"/>
                        <a:t>• SecureBERT (UNC)</a:t>
                      </a:r>
                      <a:br>
                        <a:rPr lang="en-US" sz="800"/>
                      </a:br>
                      <a:r>
                        <a:rPr lang="en-US" sz="800"/>
                        <a:t>• SecBERT (jackaduma)</a:t>
                      </a:r>
                      <a:br>
                        <a:rPr lang="en-US" sz="800"/>
                      </a:br>
                      <a:r>
                        <a:rPr lang="en-US" sz="800"/>
                        <a:t>• SecurityBERT (IoT)</a:t>
                      </a:r>
                    </a:p>
                  </a:txBody>
                  <a:tcPr marL="17518" marR="17518" marT="8759" marB="8759" anchor="ctr">
                    <a:lnL>
                      <a:noFill/>
                    </a:lnL>
                    <a:lnR>
                      <a:noFill/>
                    </a:lnR>
                    <a:lnT>
                      <a:noFill/>
                    </a:lnT>
                    <a:lnB>
                      <a:noFill/>
                    </a:lnB>
                    <a:noFill/>
                  </a:tcPr>
                </a:tc>
                <a:tc>
                  <a:txBody>
                    <a:bodyPr/>
                    <a:lstStyle/>
                    <a:p>
                      <a:r>
                        <a:rPr lang="en-US" sz="800"/>
                        <a:t>• CyberPal.AI</a:t>
                      </a:r>
                      <a:br>
                        <a:rPr lang="en-US" sz="800"/>
                      </a:br>
                      <a:r>
                        <a:rPr lang="en-US" sz="800"/>
                        <a:t>• Llama-Primus</a:t>
                      </a:r>
                      <a:br>
                        <a:rPr lang="en-US" sz="800"/>
                      </a:br>
                      <a:r>
                        <a:rPr lang="en-US" sz="800"/>
                        <a:t>• </a:t>
                      </a:r>
                      <a:r>
                        <a:rPr lang="en-US" sz="800" err="1"/>
                        <a:t>SecurityLLM</a:t>
                      </a:r>
                      <a:br>
                        <a:rPr lang="en-US" sz="800"/>
                      </a:br>
                      <a:r>
                        <a:rPr lang="en-US" sz="800"/>
                        <a:t>• Sec-Gemini v1 (RAG + instruction)</a:t>
                      </a:r>
                    </a:p>
                  </a:txBody>
                  <a:tcPr marL="17518" marR="17518" marT="8759" marB="8759" anchor="ctr">
                    <a:lnL>
                      <a:noFill/>
                    </a:lnL>
                    <a:lnR>
                      <a:noFill/>
                    </a:lnR>
                    <a:lnT>
                      <a:noFill/>
                    </a:lnT>
                    <a:lnB>
                      <a:noFill/>
                    </a:lnB>
                    <a:noFill/>
                  </a:tcPr>
                </a:tc>
                <a:tc>
                  <a:txBody>
                    <a:bodyPr/>
                    <a:lstStyle/>
                    <a:p>
                      <a:r>
                        <a:rPr lang="en-US" sz="800"/>
                        <a:t>• Llama-Primus (base → merged)</a:t>
                      </a:r>
                      <a:br>
                        <a:rPr lang="en-US" sz="800"/>
                      </a:br>
                      <a:r>
                        <a:rPr lang="en-US" sz="800"/>
                        <a:t>• CTI-BERT + instruction adapters</a:t>
                      </a:r>
                      <a:br>
                        <a:rPr lang="en-US" sz="800"/>
                      </a:br>
                      <a:r>
                        <a:rPr lang="en-US" sz="800"/>
                        <a:t>• CyberPal.AI w/ SecKnowledge → SecKnowledge-Eval loop</a:t>
                      </a:r>
                    </a:p>
                  </a:txBody>
                  <a:tcPr marL="17518" marR="17518" marT="8759" marB="8759" anchor="ctr">
                    <a:lnL>
                      <a:noFill/>
                    </a:lnL>
                    <a:lnR>
                      <a:noFill/>
                    </a:lnR>
                    <a:lnT>
                      <a:noFill/>
                    </a:lnT>
                    <a:lnB>
                      <a:noFill/>
                    </a:lnB>
                    <a:noFill/>
                  </a:tcPr>
                </a:tc>
                <a:extLst>
                  <a:ext uri="{0D108BD9-81ED-4DB2-BD59-A6C34878D82A}">
                    <a16:rowId xmlns:a16="http://schemas.microsoft.com/office/drawing/2014/main" val="1604537984"/>
                  </a:ext>
                </a:extLst>
              </a:tr>
              <a:tr h="641806">
                <a:tc>
                  <a:txBody>
                    <a:bodyPr/>
                    <a:lstStyle/>
                    <a:p>
                      <a:r>
                        <a:rPr lang="en-US" sz="800" b="1"/>
                        <a:t>Strengths</a:t>
                      </a:r>
                      <a:endParaRPr lang="en-US" sz="800"/>
                    </a:p>
                  </a:txBody>
                  <a:tcPr marL="17518" marR="17518" marT="8759" marB="8759" anchor="ctr">
                    <a:lnL>
                      <a:noFill/>
                    </a:lnL>
                    <a:lnR>
                      <a:noFill/>
                    </a:lnR>
                    <a:lnT>
                      <a:noFill/>
                    </a:lnT>
                    <a:lnB>
                      <a:noFill/>
                    </a:lnB>
                    <a:noFill/>
                  </a:tcPr>
                </a:tc>
                <a:tc>
                  <a:txBody>
                    <a:bodyPr/>
                    <a:lstStyle/>
                    <a:p>
                      <a:r>
                        <a:rPr lang="en-US" sz="800"/>
                        <a:t>✔ Captures nuanced cybersecurity terminology</a:t>
                      </a:r>
                      <a:br>
                        <a:rPr lang="en-US" sz="800"/>
                      </a:br>
                      <a:r>
                        <a:rPr lang="en-US" sz="800"/>
                        <a:t>✔ Improves base model for domain-specific NLP tasks</a:t>
                      </a:r>
                    </a:p>
                  </a:txBody>
                  <a:tcPr marL="17518" marR="17518" marT="8759" marB="8759" anchor="ctr">
                    <a:lnL>
                      <a:noFill/>
                    </a:lnL>
                    <a:lnR>
                      <a:noFill/>
                    </a:lnR>
                    <a:lnT>
                      <a:noFill/>
                    </a:lnT>
                    <a:lnB>
                      <a:noFill/>
                    </a:lnB>
                    <a:noFill/>
                  </a:tcPr>
                </a:tc>
                <a:tc>
                  <a:txBody>
                    <a:bodyPr/>
                    <a:lstStyle/>
                    <a:p>
                      <a:r>
                        <a:rPr lang="en-US" sz="800"/>
                        <a:t>✔ Generalizes across task types</a:t>
                      </a:r>
                      <a:br>
                        <a:rPr lang="en-US" sz="800"/>
                      </a:br>
                      <a:r>
                        <a:rPr lang="en-US" sz="800"/>
                        <a:t>✔ Interpretable and human-aligned</a:t>
                      </a:r>
                      <a:br>
                        <a:rPr lang="en-US" sz="800"/>
                      </a:br>
                      <a:r>
                        <a:rPr lang="en-US" sz="800"/>
                        <a:t>✔ Easier downstream zero-shot/few-shot use</a:t>
                      </a:r>
                    </a:p>
                  </a:txBody>
                  <a:tcPr marL="17518" marR="17518" marT="8759" marB="8759" anchor="ctr">
                    <a:lnL>
                      <a:noFill/>
                    </a:lnL>
                    <a:lnR>
                      <a:noFill/>
                    </a:lnR>
                    <a:lnT>
                      <a:noFill/>
                    </a:lnT>
                    <a:lnB>
                      <a:noFill/>
                    </a:lnB>
                    <a:noFill/>
                  </a:tcPr>
                </a:tc>
                <a:tc>
                  <a:txBody>
                    <a:bodyPr/>
                    <a:lstStyle/>
                    <a:p>
                      <a:r>
                        <a:rPr lang="en-US" sz="800"/>
                        <a:t>✔ High performance in both static understanding and reasoning</a:t>
                      </a:r>
                      <a:br>
                        <a:rPr lang="en-US" sz="800"/>
                      </a:br>
                      <a:r>
                        <a:rPr lang="en-US" sz="800"/>
                        <a:t>✔ Flexibility across tasks</a:t>
                      </a:r>
                      <a:br>
                        <a:rPr lang="en-US" sz="800"/>
                      </a:br>
                      <a:r>
                        <a:rPr lang="en-US" sz="800"/>
                        <a:t>✔ Lower label dependency if pretrained well</a:t>
                      </a:r>
                    </a:p>
                  </a:txBody>
                  <a:tcPr marL="17518" marR="17518" marT="8759" marB="8759" anchor="ctr">
                    <a:lnL>
                      <a:noFill/>
                    </a:lnL>
                    <a:lnR>
                      <a:noFill/>
                    </a:lnR>
                    <a:lnT>
                      <a:noFill/>
                    </a:lnT>
                    <a:lnB>
                      <a:noFill/>
                    </a:lnB>
                    <a:noFill/>
                  </a:tcPr>
                </a:tc>
                <a:extLst>
                  <a:ext uri="{0D108BD9-81ED-4DB2-BD59-A6C34878D82A}">
                    <a16:rowId xmlns:a16="http://schemas.microsoft.com/office/drawing/2014/main" val="3400912747"/>
                  </a:ext>
                </a:extLst>
              </a:tr>
              <a:tr h="517031">
                <a:tc>
                  <a:txBody>
                    <a:bodyPr/>
                    <a:lstStyle/>
                    <a:p>
                      <a:r>
                        <a:rPr lang="en-US" sz="800" b="1"/>
                        <a:t>Weaknesses</a:t>
                      </a:r>
                      <a:endParaRPr lang="en-US" sz="800"/>
                    </a:p>
                  </a:txBody>
                  <a:tcPr marL="17518" marR="17518" marT="8759" marB="8759" anchor="ctr">
                    <a:lnL>
                      <a:noFill/>
                    </a:lnL>
                    <a:lnR>
                      <a:noFill/>
                    </a:lnR>
                    <a:lnT>
                      <a:noFill/>
                    </a:lnT>
                    <a:lnB>
                      <a:noFill/>
                    </a:lnB>
                    <a:noFill/>
                  </a:tcPr>
                </a:tc>
                <a:tc>
                  <a:txBody>
                    <a:bodyPr/>
                    <a:lstStyle/>
                    <a:p>
                      <a:r>
                        <a:rPr lang="en-US" sz="800"/>
                        <a:t>✖ May not generalize well to unfamiliar task formats</a:t>
                      </a:r>
                      <a:br>
                        <a:rPr lang="en-US" sz="800"/>
                      </a:br>
                      <a:r>
                        <a:rPr lang="en-US" sz="800"/>
                        <a:t>✖ Doesn’t teach “task framing”</a:t>
                      </a:r>
                    </a:p>
                  </a:txBody>
                  <a:tcPr marL="17518" marR="17518" marT="8759" marB="8759" anchor="ctr">
                    <a:lnL>
                      <a:noFill/>
                    </a:lnL>
                    <a:lnR>
                      <a:noFill/>
                    </a:lnR>
                    <a:lnT>
                      <a:noFill/>
                    </a:lnT>
                    <a:lnB>
                      <a:noFill/>
                    </a:lnB>
                    <a:noFill/>
                  </a:tcPr>
                </a:tc>
                <a:tc>
                  <a:txBody>
                    <a:bodyPr/>
                    <a:lstStyle/>
                    <a:p>
                      <a:r>
                        <a:rPr lang="en-US" sz="800"/>
                        <a:t>✖ Requires high-quality curated instruction data</a:t>
                      </a:r>
                      <a:br>
                        <a:rPr lang="en-US" sz="800"/>
                      </a:br>
                      <a:r>
                        <a:rPr lang="en-US" sz="800"/>
                        <a:t>✖ May hallucinate if not grounded</a:t>
                      </a:r>
                    </a:p>
                  </a:txBody>
                  <a:tcPr marL="17518" marR="17518" marT="8759" marB="8759" anchor="ctr">
                    <a:lnL>
                      <a:noFill/>
                    </a:lnL>
                    <a:lnR>
                      <a:noFill/>
                    </a:lnR>
                    <a:lnT>
                      <a:noFill/>
                    </a:lnT>
                    <a:lnB>
                      <a:noFill/>
                    </a:lnB>
                    <a:noFill/>
                  </a:tcPr>
                </a:tc>
                <a:tc>
                  <a:txBody>
                    <a:bodyPr/>
                    <a:lstStyle/>
                    <a:p>
                      <a:r>
                        <a:rPr lang="en-US" sz="800"/>
                        <a:t>✖ Expensive and complex training pipeline</a:t>
                      </a:r>
                      <a:br>
                        <a:rPr lang="en-US" sz="800"/>
                      </a:br>
                      <a:r>
                        <a:rPr lang="en-US" sz="800"/>
                        <a:t>✖ Risk of forgetting if improperly scheduled</a:t>
                      </a:r>
                    </a:p>
                  </a:txBody>
                  <a:tcPr marL="17518" marR="17518" marT="8759" marB="8759" anchor="ctr">
                    <a:lnL>
                      <a:noFill/>
                    </a:lnL>
                    <a:lnR>
                      <a:noFill/>
                    </a:lnR>
                    <a:lnT>
                      <a:noFill/>
                    </a:lnT>
                    <a:lnB>
                      <a:noFill/>
                    </a:lnB>
                    <a:noFill/>
                  </a:tcPr>
                </a:tc>
                <a:extLst>
                  <a:ext uri="{0D108BD9-81ED-4DB2-BD59-A6C34878D82A}">
                    <a16:rowId xmlns:a16="http://schemas.microsoft.com/office/drawing/2014/main" val="1892720816"/>
                  </a:ext>
                </a:extLst>
              </a:tr>
              <a:tr h="766582">
                <a:tc>
                  <a:txBody>
                    <a:bodyPr/>
                    <a:lstStyle/>
                    <a:p>
                      <a:r>
                        <a:rPr lang="en-US" sz="800" b="1"/>
                        <a:t>Compute Requirements</a:t>
                      </a:r>
                      <a:endParaRPr lang="en-US" sz="800"/>
                    </a:p>
                  </a:txBody>
                  <a:tcPr marL="17518" marR="17518" marT="8759" marB="8759" anchor="ctr">
                    <a:lnL>
                      <a:noFill/>
                    </a:lnL>
                    <a:lnR>
                      <a:noFill/>
                    </a:lnR>
                    <a:lnT>
                      <a:noFill/>
                    </a:lnT>
                    <a:lnB>
                      <a:noFill/>
                    </a:lnB>
                    <a:noFill/>
                  </a:tcPr>
                </a:tc>
                <a:tc>
                  <a:txBody>
                    <a:bodyPr/>
                    <a:lstStyle/>
                    <a:p>
                      <a:r>
                        <a:rPr lang="en-US" sz="800"/>
                        <a:t>• Requires </a:t>
                      </a:r>
                      <a:r>
                        <a:rPr lang="en-US" sz="800" b="1"/>
                        <a:t>moderate GPU resources</a:t>
                      </a:r>
                      <a:r>
                        <a:rPr lang="en-US" sz="800"/>
                        <a:t> for continual pretraining (e.g., 8x A100 for 100M tokens)</a:t>
                      </a:r>
                      <a:br>
                        <a:rPr lang="en-US" sz="800"/>
                      </a:br>
                      <a:r>
                        <a:rPr lang="en-US" sz="800"/>
                        <a:t>• Good fit for distributed training</a:t>
                      </a:r>
                    </a:p>
                  </a:txBody>
                  <a:tcPr marL="17518" marR="17518" marT="8759" marB="8759" anchor="ctr">
                    <a:lnL>
                      <a:noFill/>
                    </a:lnL>
                    <a:lnR>
                      <a:noFill/>
                    </a:lnR>
                    <a:lnT>
                      <a:noFill/>
                    </a:lnT>
                    <a:lnB>
                      <a:noFill/>
                    </a:lnB>
                    <a:noFill/>
                  </a:tcPr>
                </a:tc>
                <a:tc>
                  <a:txBody>
                    <a:bodyPr/>
                    <a:lstStyle/>
                    <a:p>
                      <a:r>
                        <a:rPr lang="en-US" sz="800"/>
                        <a:t>• Typically </a:t>
                      </a:r>
                      <a:r>
                        <a:rPr lang="en-US" sz="800" b="1"/>
                        <a:t>less data but more curated</a:t>
                      </a:r>
                      <a:r>
                        <a:rPr lang="en-US" sz="800"/>
                        <a:t>, though larger sequence lengths and decoder-based models (e.g., LLaMA, GPT) may demand </a:t>
                      </a:r>
                      <a:r>
                        <a:rPr lang="en-US" sz="800" b="1"/>
                        <a:t>more memory</a:t>
                      </a:r>
                      <a:br>
                        <a:rPr lang="en-US" sz="800"/>
                      </a:br>
                      <a:r>
                        <a:rPr lang="en-US" sz="800"/>
                        <a:t>• 8x A100 for ~20K examples</a:t>
                      </a:r>
                    </a:p>
                  </a:txBody>
                  <a:tcPr marL="17518" marR="17518" marT="8759" marB="8759" anchor="ctr">
                    <a:lnL>
                      <a:noFill/>
                    </a:lnL>
                    <a:lnR>
                      <a:noFill/>
                    </a:lnR>
                    <a:lnT>
                      <a:noFill/>
                    </a:lnT>
                    <a:lnB>
                      <a:noFill/>
                    </a:lnB>
                    <a:noFill/>
                  </a:tcPr>
                </a:tc>
                <a:tc>
                  <a:txBody>
                    <a:bodyPr/>
                    <a:lstStyle/>
                    <a:p>
                      <a:r>
                        <a:rPr lang="en-US" sz="800"/>
                        <a:t>• Highest resource requirement: pretraining on corpus (TPU/8x A100) + instruction finetuning (decoder model, RAG-enabled, ~24GB GPU RAM or more)</a:t>
                      </a:r>
                    </a:p>
                  </a:txBody>
                  <a:tcPr marL="17518" marR="17518" marT="8759" marB="8759" anchor="ctr">
                    <a:lnL>
                      <a:noFill/>
                    </a:lnL>
                    <a:lnR>
                      <a:noFill/>
                    </a:lnR>
                    <a:lnT>
                      <a:noFill/>
                    </a:lnT>
                    <a:lnB>
                      <a:noFill/>
                    </a:lnB>
                    <a:noFill/>
                  </a:tcPr>
                </a:tc>
                <a:extLst>
                  <a:ext uri="{0D108BD9-81ED-4DB2-BD59-A6C34878D82A}">
                    <a16:rowId xmlns:a16="http://schemas.microsoft.com/office/drawing/2014/main" val="3273976678"/>
                  </a:ext>
                </a:extLst>
              </a:tr>
              <a:tr h="392255">
                <a:tc>
                  <a:txBody>
                    <a:bodyPr/>
                    <a:lstStyle/>
                    <a:p>
                      <a:r>
                        <a:rPr lang="en-US" sz="800" b="1"/>
                        <a:t>Parameter Efficient Tuning</a:t>
                      </a:r>
                      <a:endParaRPr lang="en-US" sz="800"/>
                    </a:p>
                  </a:txBody>
                  <a:tcPr marL="17518" marR="17518" marT="8759" marB="8759" anchor="ctr">
                    <a:lnL>
                      <a:noFill/>
                    </a:lnL>
                    <a:lnR>
                      <a:noFill/>
                    </a:lnR>
                    <a:lnT>
                      <a:noFill/>
                    </a:lnT>
                    <a:lnB>
                      <a:noFill/>
                    </a:lnB>
                    <a:noFill/>
                  </a:tcPr>
                </a:tc>
                <a:tc>
                  <a:txBody>
                    <a:bodyPr/>
                    <a:lstStyle/>
                    <a:p>
                      <a:r>
                        <a:rPr lang="en-US" sz="800"/>
                        <a:t>Supported via LoRA, Adapters (sparse updates)</a:t>
                      </a:r>
                    </a:p>
                  </a:txBody>
                  <a:tcPr marL="17518" marR="17518" marT="8759" marB="8759" anchor="ctr">
                    <a:lnL>
                      <a:noFill/>
                    </a:lnL>
                    <a:lnR>
                      <a:noFill/>
                    </a:lnR>
                    <a:lnT>
                      <a:noFill/>
                    </a:lnT>
                    <a:lnB>
                      <a:noFill/>
                    </a:lnB>
                    <a:noFill/>
                  </a:tcPr>
                </a:tc>
                <a:tc>
                  <a:txBody>
                    <a:bodyPr/>
                    <a:lstStyle/>
                    <a:p>
                      <a:r>
                        <a:rPr lang="en-US" sz="800"/>
                        <a:t>Works well with PEFT (e.g., QLoRA, LoRA), especially for instruction-tuning-friendly architectures</a:t>
                      </a:r>
                    </a:p>
                  </a:txBody>
                  <a:tcPr marL="17518" marR="17518" marT="8759" marB="8759" anchor="ctr">
                    <a:lnL>
                      <a:noFill/>
                    </a:lnL>
                    <a:lnR>
                      <a:noFill/>
                    </a:lnR>
                    <a:lnT>
                      <a:noFill/>
                    </a:lnT>
                    <a:lnB>
                      <a:noFill/>
                    </a:lnB>
                    <a:noFill/>
                  </a:tcPr>
                </a:tc>
                <a:tc>
                  <a:txBody>
                    <a:bodyPr/>
                    <a:lstStyle/>
                    <a:p>
                      <a:r>
                        <a:rPr lang="en-US" sz="800"/>
                        <a:t>Common hybrid practice: LoRA for instruction head + frozen backbone or adapter fusion</a:t>
                      </a:r>
                    </a:p>
                  </a:txBody>
                  <a:tcPr marL="17518" marR="17518" marT="8759" marB="8759" anchor="ctr">
                    <a:lnL>
                      <a:noFill/>
                    </a:lnL>
                    <a:lnR>
                      <a:noFill/>
                    </a:lnR>
                    <a:lnT>
                      <a:noFill/>
                    </a:lnT>
                    <a:lnB>
                      <a:noFill/>
                    </a:lnB>
                    <a:noFill/>
                  </a:tcPr>
                </a:tc>
                <a:extLst>
                  <a:ext uri="{0D108BD9-81ED-4DB2-BD59-A6C34878D82A}">
                    <a16:rowId xmlns:a16="http://schemas.microsoft.com/office/drawing/2014/main" val="4088823012"/>
                  </a:ext>
                </a:extLst>
              </a:tr>
              <a:tr h="267480">
                <a:tc>
                  <a:txBody>
                    <a:bodyPr/>
                    <a:lstStyle/>
                    <a:p>
                      <a:r>
                        <a:rPr lang="en-US" sz="800" b="1"/>
                        <a:t>Instruction-Awareness</a:t>
                      </a:r>
                      <a:endParaRPr lang="en-US" sz="800"/>
                    </a:p>
                  </a:txBody>
                  <a:tcPr marL="17518" marR="17518" marT="8759" marB="8759" anchor="ctr">
                    <a:lnL>
                      <a:noFill/>
                    </a:lnL>
                    <a:lnR>
                      <a:noFill/>
                    </a:lnR>
                    <a:lnT>
                      <a:noFill/>
                    </a:lnT>
                    <a:lnB>
                      <a:noFill/>
                    </a:lnB>
                    <a:noFill/>
                  </a:tcPr>
                </a:tc>
                <a:tc>
                  <a:txBody>
                    <a:bodyPr/>
                    <a:lstStyle/>
                    <a:p>
                      <a:r>
                        <a:rPr lang="en-US" sz="800"/>
                        <a:t>❌ Model is unaware of instructions explicitly</a:t>
                      </a:r>
                    </a:p>
                  </a:txBody>
                  <a:tcPr marL="17518" marR="17518" marT="8759" marB="8759" anchor="ctr">
                    <a:lnL>
                      <a:noFill/>
                    </a:lnL>
                    <a:lnR>
                      <a:noFill/>
                    </a:lnR>
                    <a:lnT>
                      <a:noFill/>
                    </a:lnT>
                    <a:lnB>
                      <a:noFill/>
                    </a:lnB>
                    <a:noFill/>
                  </a:tcPr>
                </a:tc>
                <a:tc>
                  <a:txBody>
                    <a:bodyPr/>
                    <a:lstStyle/>
                    <a:p>
                      <a:r>
                        <a:rPr lang="en-US" sz="800"/>
                        <a:t>✅ Instruction-following enabled</a:t>
                      </a:r>
                    </a:p>
                  </a:txBody>
                  <a:tcPr marL="17518" marR="17518" marT="8759" marB="8759" anchor="ctr">
                    <a:lnL>
                      <a:noFill/>
                    </a:lnL>
                    <a:lnR>
                      <a:noFill/>
                    </a:lnR>
                    <a:lnT>
                      <a:noFill/>
                    </a:lnT>
                    <a:lnB>
                      <a:noFill/>
                    </a:lnB>
                    <a:noFill/>
                  </a:tcPr>
                </a:tc>
                <a:tc>
                  <a:txBody>
                    <a:bodyPr/>
                    <a:lstStyle/>
                    <a:p>
                      <a:r>
                        <a:rPr lang="en-US" sz="800"/>
                        <a:t>✅ Instruction-aware + domain-knowledge enriched</a:t>
                      </a:r>
                    </a:p>
                  </a:txBody>
                  <a:tcPr marL="17518" marR="17518" marT="8759" marB="8759" anchor="ctr">
                    <a:lnL>
                      <a:noFill/>
                    </a:lnL>
                    <a:lnR>
                      <a:noFill/>
                    </a:lnR>
                    <a:lnT>
                      <a:noFill/>
                    </a:lnT>
                    <a:lnB>
                      <a:noFill/>
                    </a:lnB>
                    <a:noFill/>
                  </a:tcPr>
                </a:tc>
                <a:extLst>
                  <a:ext uri="{0D108BD9-81ED-4DB2-BD59-A6C34878D82A}">
                    <a16:rowId xmlns:a16="http://schemas.microsoft.com/office/drawing/2014/main" val="2551681595"/>
                  </a:ext>
                </a:extLst>
              </a:tr>
              <a:tr h="392255">
                <a:tc>
                  <a:txBody>
                    <a:bodyPr/>
                    <a:lstStyle/>
                    <a:p>
                      <a:r>
                        <a:rPr lang="en-US" sz="800" b="1"/>
                        <a:t>Fine-Tuning Duration</a:t>
                      </a:r>
                      <a:endParaRPr lang="en-US" sz="800"/>
                    </a:p>
                  </a:txBody>
                  <a:tcPr marL="17518" marR="17518" marT="8759" marB="8759" anchor="ctr">
                    <a:lnL>
                      <a:noFill/>
                    </a:lnL>
                    <a:lnR>
                      <a:noFill/>
                    </a:lnR>
                    <a:lnT>
                      <a:noFill/>
                    </a:lnT>
                    <a:lnB>
                      <a:noFill/>
                    </a:lnB>
                    <a:noFill/>
                  </a:tcPr>
                </a:tc>
                <a:tc>
                  <a:txBody>
                    <a:bodyPr/>
                    <a:lstStyle/>
                    <a:p>
                      <a:r>
                        <a:rPr lang="en-US" sz="800"/>
                        <a:t>Long (10–40 hours for 100M tokens depending on model size)</a:t>
                      </a:r>
                    </a:p>
                  </a:txBody>
                  <a:tcPr marL="17518" marR="17518" marT="8759" marB="8759" anchor="ctr">
                    <a:lnL>
                      <a:noFill/>
                    </a:lnL>
                    <a:lnR>
                      <a:noFill/>
                    </a:lnR>
                    <a:lnT>
                      <a:noFill/>
                    </a:lnT>
                    <a:lnB>
                      <a:noFill/>
                    </a:lnB>
                    <a:noFill/>
                  </a:tcPr>
                </a:tc>
                <a:tc>
                  <a:txBody>
                    <a:bodyPr/>
                    <a:lstStyle/>
                    <a:p>
                      <a:r>
                        <a:rPr lang="en-US" sz="800"/>
                        <a:t>Medium (4–12 hours for 20K–100K examples depending on format)</a:t>
                      </a:r>
                    </a:p>
                  </a:txBody>
                  <a:tcPr marL="17518" marR="17518" marT="8759" marB="8759" anchor="ctr">
                    <a:lnL>
                      <a:noFill/>
                    </a:lnL>
                    <a:lnR>
                      <a:noFill/>
                    </a:lnR>
                    <a:lnT>
                      <a:noFill/>
                    </a:lnT>
                    <a:lnB>
                      <a:noFill/>
                    </a:lnB>
                    <a:noFill/>
                  </a:tcPr>
                </a:tc>
                <a:tc>
                  <a:txBody>
                    <a:bodyPr/>
                    <a:lstStyle/>
                    <a:p>
                      <a:r>
                        <a:rPr lang="en-US" sz="800"/>
                        <a:t>Longest (20–80 hours if running pretrain + instruction + eval loop with RAG)</a:t>
                      </a:r>
                    </a:p>
                  </a:txBody>
                  <a:tcPr marL="17518" marR="17518" marT="8759" marB="8759" anchor="ctr">
                    <a:lnL>
                      <a:noFill/>
                    </a:lnL>
                    <a:lnR>
                      <a:noFill/>
                    </a:lnR>
                    <a:lnT>
                      <a:noFill/>
                    </a:lnT>
                    <a:lnB>
                      <a:noFill/>
                    </a:lnB>
                    <a:noFill/>
                  </a:tcPr>
                </a:tc>
                <a:extLst>
                  <a:ext uri="{0D108BD9-81ED-4DB2-BD59-A6C34878D82A}">
                    <a16:rowId xmlns:a16="http://schemas.microsoft.com/office/drawing/2014/main" val="4145749804"/>
                  </a:ext>
                </a:extLst>
              </a:tr>
            </a:tbl>
          </a:graphicData>
        </a:graphic>
      </p:graphicFrame>
    </p:spTree>
    <p:extLst>
      <p:ext uri="{BB962C8B-B14F-4D97-AF65-F5344CB8AC3E}">
        <p14:creationId xmlns:p14="http://schemas.microsoft.com/office/powerpoint/2010/main" val="30334478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8ED6C1-C6F6-7294-0566-A62CADB29858}"/>
            </a:ext>
          </a:extLst>
        </p:cNvPr>
        <p:cNvGrpSpPr/>
        <p:nvPr/>
      </p:nvGrpSpPr>
      <p:grpSpPr>
        <a:xfrm>
          <a:off x="0" y="0"/>
          <a:ext cx="0" cy="0"/>
          <a:chOff x="0" y="0"/>
          <a:chExt cx="0" cy="0"/>
        </a:xfrm>
      </p:grpSpPr>
      <p:grpSp>
        <p:nvGrpSpPr>
          <p:cNvPr id="8199" name="Group 819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200" name="Rectangle 819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20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8203" name="Rectangle 820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D87EDC8-628E-91DA-FCE9-B987144CC2A1}"/>
              </a:ext>
            </a:extLst>
          </p:cNvPr>
          <p:cNvSpPr>
            <a:spLocks noGrp="1"/>
          </p:cNvSpPr>
          <p:nvPr>
            <p:ph type="title" idx="4294967295"/>
          </p:nvPr>
        </p:nvSpPr>
        <p:spPr>
          <a:xfrm>
            <a:off x="8382055" y="1241266"/>
            <a:ext cx="3161016" cy="3153753"/>
          </a:xfrm>
        </p:spPr>
        <p:txBody>
          <a:bodyPr vert="horz" lIns="91440" tIns="45720" rIns="91440" bIns="45720" rtlCol="0" anchor="b">
            <a:normAutofit/>
          </a:bodyPr>
          <a:lstStyle/>
          <a:p>
            <a:r>
              <a:rPr lang="en-US" b="0" i="0" kern="1200">
                <a:solidFill>
                  <a:srgbClr val="EBEBEB"/>
                </a:solidFill>
                <a:latin typeface="+mj-lt"/>
                <a:ea typeface="+mj-ea"/>
                <a:cs typeface="+mj-cs"/>
              </a:rPr>
              <a:t>Adapting LLMs for Cyber Security</a:t>
            </a:r>
          </a:p>
        </p:txBody>
      </p:sp>
      <p:grpSp>
        <p:nvGrpSpPr>
          <p:cNvPr id="8205" name="Group 8204">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8206" name="Rectangle 8205">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07"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8208"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8194" name="Picture 2">
            <a:extLst>
              <a:ext uri="{FF2B5EF4-FFF2-40B4-BE49-F238E27FC236}">
                <a16:creationId xmlns:a16="http://schemas.microsoft.com/office/drawing/2014/main" id="{3378FBFE-3928-64AE-0EF7-62E4C5641E2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91250" y="402164"/>
            <a:ext cx="7341876" cy="53412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EAB3CBB-224D-7BB7-B82E-9D6267FD5E92}"/>
              </a:ext>
            </a:extLst>
          </p:cNvPr>
          <p:cNvSpPr txBox="1"/>
          <p:nvPr/>
        </p:nvSpPr>
        <p:spPr>
          <a:xfrm>
            <a:off x="125629" y="6056753"/>
            <a:ext cx="7873117" cy="600164"/>
          </a:xfrm>
          <a:prstGeom prst="rect">
            <a:avLst/>
          </a:prstGeom>
          <a:noFill/>
        </p:spPr>
        <p:txBody>
          <a:bodyPr wrap="square" rtlCol="0">
            <a:spAutoFit/>
          </a:bodyPr>
          <a:lstStyle/>
          <a:p>
            <a:pPr algn="ctr"/>
            <a:r>
              <a:rPr lang="en-US" sz="1100" i="1"/>
              <a:t>Hybrid approaches are proving to be the most effective and involve a combination of traditional finetuning strategies along with the instruction based tuning and RLHF. Source: https://</a:t>
            </a:r>
            <a:r>
              <a:rPr lang="en-US" sz="1100" i="1" err="1"/>
              <a:t>gradientflow.com</a:t>
            </a:r>
            <a:r>
              <a:rPr lang="en-US" sz="1100" i="1"/>
              <a:t>/maximizing-the-potential-of-large-language-models/</a:t>
            </a:r>
          </a:p>
        </p:txBody>
      </p:sp>
    </p:spTree>
    <p:extLst>
      <p:ext uri="{BB962C8B-B14F-4D97-AF65-F5344CB8AC3E}">
        <p14:creationId xmlns:p14="http://schemas.microsoft.com/office/powerpoint/2010/main" val="38287954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4462" y="484782"/>
            <a:ext cx="4389338" cy="548680"/>
          </a:xfrm>
          <a:prstGeom prst="rect">
            <a:avLst/>
          </a:prstGeom>
          <a:noFill/>
          <a:ln/>
        </p:spPr>
        <p:txBody>
          <a:bodyPr wrap="none" lIns="0" tIns="0" rIns="0" bIns="0" rtlCol="0" anchor="t"/>
          <a:lstStyle/>
          <a:p>
            <a:pPr>
              <a:lnSpc>
                <a:spcPts val="4291"/>
              </a:lnSpc>
            </a:pPr>
            <a:r>
              <a:rPr lang="en-US" sz="3417" b="1">
                <a:solidFill>
                  <a:srgbClr val="231971"/>
                </a:solidFill>
                <a:latin typeface="Outfit Extra Bold" pitchFamily="34" charset="0"/>
                <a:ea typeface="Outfit Extra Bold" pitchFamily="34" charset="-122"/>
                <a:cs typeface="Outfit Extra Bold" pitchFamily="34" charset="-120"/>
              </a:rPr>
              <a:t>Instruction Dataset</a:t>
            </a:r>
            <a:endParaRPr lang="en-US" sz="3417"/>
          </a:p>
        </p:txBody>
      </p:sp>
      <p:sp>
        <p:nvSpPr>
          <p:cNvPr id="3" name="Shape 1"/>
          <p:cNvSpPr/>
          <p:nvPr/>
        </p:nvSpPr>
        <p:spPr>
          <a:xfrm>
            <a:off x="614462" y="1384598"/>
            <a:ext cx="3537347" cy="2710259"/>
          </a:xfrm>
          <a:prstGeom prst="roundRect">
            <a:avLst>
              <a:gd name="adj" fmla="val 2721"/>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796330" y="1566466"/>
            <a:ext cx="2194619" cy="274340"/>
          </a:xfrm>
          <a:prstGeom prst="rect">
            <a:avLst/>
          </a:prstGeom>
          <a:noFill/>
          <a:ln/>
        </p:spPr>
        <p:txBody>
          <a:bodyPr wrap="non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Manual Creation</a:t>
            </a:r>
            <a:endParaRPr lang="en-US" sz="1708"/>
          </a:p>
        </p:txBody>
      </p:sp>
      <p:sp>
        <p:nvSpPr>
          <p:cNvPr id="5" name="Text 3"/>
          <p:cNvSpPr/>
          <p:nvPr/>
        </p:nvSpPr>
        <p:spPr>
          <a:xfrm>
            <a:off x="796330" y="1946077"/>
            <a:ext cx="3173611" cy="1123950"/>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Human experts (SOC analysts, CTI analysts) write high-quality prompts and responses. Slow and expensive but yields the best quality.</a:t>
            </a:r>
            <a:endParaRPr lang="en-US" sz="1375"/>
          </a:p>
        </p:txBody>
      </p:sp>
      <p:sp>
        <p:nvSpPr>
          <p:cNvPr id="6" name="Shape 4"/>
          <p:cNvSpPr/>
          <p:nvPr/>
        </p:nvSpPr>
        <p:spPr>
          <a:xfrm>
            <a:off x="4327327" y="1384598"/>
            <a:ext cx="3537347" cy="2710259"/>
          </a:xfrm>
          <a:prstGeom prst="roundRect">
            <a:avLst>
              <a:gd name="adj" fmla="val 2721"/>
            </a:avLst>
          </a:prstGeom>
          <a:solidFill>
            <a:srgbClr val="E9E6FA"/>
          </a:solidFill>
          <a:ln w="7620">
            <a:solidFill>
              <a:srgbClr val="BDB8DF"/>
            </a:solidFill>
            <a:prstDash val="solid"/>
          </a:ln>
        </p:spPr>
        <p:txBody>
          <a:bodyPr/>
          <a:lstStyle/>
          <a:p>
            <a:endParaRPr lang="en-CA" sz="1500"/>
          </a:p>
        </p:txBody>
      </p:sp>
      <p:sp>
        <p:nvSpPr>
          <p:cNvPr id="7" name="Text 5"/>
          <p:cNvSpPr/>
          <p:nvPr/>
        </p:nvSpPr>
        <p:spPr>
          <a:xfrm>
            <a:off x="4509195" y="1566466"/>
            <a:ext cx="2194619" cy="274340"/>
          </a:xfrm>
          <a:prstGeom prst="rect">
            <a:avLst/>
          </a:prstGeom>
          <a:noFill/>
          <a:ln/>
        </p:spPr>
        <p:txBody>
          <a:bodyPr wrap="non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Weak Supervision</a:t>
            </a:r>
            <a:endParaRPr lang="en-US" sz="1708"/>
          </a:p>
        </p:txBody>
      </p:sp>
      <p:sp>
        <p:nvSpPr>
          <p:cNvPr id="8" name="Text 6"/>
          <p:cNvSpPr/>
          <p:nvPr/>
        </p:nvSpPr>
        <p:spPr>
          <a:xfrm>
            <a:off x="4509195" y="1946077"/>
            <a:ext cx="3173611" cy="1404938"/>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Use heuristics, templates, or existing structured data (e.g., alert fields + analyst notes) to automatically generate instruction pairs. Faster but lower quality, requires careful filtering.</a:t>
            </a:r>
            <a:endParaRPr lang="en-US" sz="1375"/>
          </a:p>
        </p:txBody>
      </p:sp>
      <p:sp>
        <p:nvSpPr>
          <p:cNvPr id="9" name="Shape 7"/>
          <p:cNvSpPr/>
          <p:nvPr/>
        </p:nvSpPr>
        <p:spPr>
          <a:xfrm>
            <a:off x="8040192" y="1384598"/>
            <a:ext cx="3537347" cy="2710259"/>
          </a:xfrm>
          <a:prstGeom prst="roundRect">
            <a:avLst>
              <a:gd name="adj" fmla="val 2721"/>
            </a:avLst>
          </a:prstGeom>
          <a:solidFill>
            <a:srgbClr val="E9E6FA"/>
          </a:solidFill>
          <a:ln w="7620">
            <a:solidFill>
              <a:srgbClr val="BDB8DF"/>
            </a:solidFill>
            <a:prstDash val="solid"/>
          </a:ln>
        </p:spPr>
        <p:txBody>
          <a:bodyPr/>
          <a:lstStyle/>
          <a:p>
            <a:endParaRPr lang="en-CA" sz="1500"/>
          </a:p>
        </p:txBody>
      </p:sp>
      <p:sp>
        <p:nvSpPr>
          <p:cNvPr id="10" name="Text 8"/>
          <p:cNvSpPr/>
          <p:nvPr/>
        </p:nvSpPr>
        <p:spPr>
          <a:xfrm>
            <a:off x="8222060" y="1566466"/>
            <a:ext cx="2194619" cy="274340"/>
          </a:xfrm>
          <a:prstGeom prst="rect">
            <a:avLst/>
          </a:prstGeom>
          <a:noFill/>
          <a:ln/>
        </p:spPr>
        <p:txBody>
          <a:bodyPr wrap="non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Synthetic Self-Play</a:t>
            </a:r>
            <a:endParaRPr lang="en-US" sz="1708"/>
          </a:p>
        </p:txBody>
      </p:sp>
      <p:sp>
        <p:nvSpPr>
          <p:cNvPr id="11" name="Text 9"/>
          <p:cNvSpPr/>
          <p:nvPr/>
        </p:nvSpPr>
        <p:spPr>
          <a:xfrm>
            <a:off x="8222060" y="1946077"/>
            <a:ext cx="3173611" cy="1966913"/>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Use a powerful LLM (e.g., GPT-4) to generate instruction prompts and corresponding responses based on provided documents or guidelines. Can scale effectively but requires careful validation to ensure quality and avoid reinforcing biases.</a:t>
            </a:r>
            <a:endParaRPr lang="en-US" sz="1375"/>
          </a:p>
        </p:txBody>
      </p:sp>
      <p:sp>
        <p:nvSpPr>
          <p:cNvPr id="12" name="Text 10"/>
          <p:cNvSpPr/>
          <p:nvPr/>
        </p:nvSpPr>
        <p:spPr>
          <a:xfrm>
            <a:off x="614462" y="4292303"/>
            <a:ext cx="10963077" cy="561975"/>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Supervised fine-tuning (SFT) requires an instruction dataset: pairs of (prompt, desired_response) demonstrating how the model should behave for specific tasks. Estimates range from 20k to 100k high-quality instruction examples. Quality often matters more than quantity.</a:t>
            </a:r>
            <a:endParaRPr lang="en-US" sz="1375"/>
          </a:p>
        </p:txBody>
      </p:sp>
      <p:sp>
        <p:nvSpPr>
          <p:cNvPr id="13" name="Text 11"/>
          <p:cNvSpPr/>
          <p:nvPr/>
        </p:nvSpPr>
        <p:spPr>
          <a:xfrm>
            <a:off x="614462" y="5051723"/>
            <a:ext cx="10963077" cy="561975"/>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A combination of methods is often practical: start with a smaller set of high-quality, manually created examples covering core use cases, then augment with carefully validated synthetic data or weakly supervised examples to increase diversity and scale.</a:t>
            </a:r>
            <a:endParaRPr lang="en-US" sz="1375"/>
          </a:p>
        </p:txBody>
      </p:sp>
      <p:sp>
        <p:nvSpPr>
          <p:cNvPr id="14" name="Text 12"/>
          <p:cNvSpPr/>
          <p:nvPr/>
        </p:nvSpPr>
        <p:spPr>
          <a:xfrm>
            <a:off x="614462" y="5811143"/>
            <a:ext cx="10963077" cy="561975"/>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The focus should be on creating instructions that reflect the target tasks (e.g., summarizing an alert with environmental context, explaining an ATT&amp;CK technique, correlating IOCs).</a:t>
            </a:r>
            <a:endParaRPr lang="en-US" sz="1375"/>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0082" y="510778"/>
            <a:ext cx="4643834" cy="580430"/>
          </a:xfrm>
          <a:prstGeom prst="rect">
            <a:avLst/>
          </a:prstGeom>
          <a:noFill/>
          <a:ln/>
        </p:spPr>
        <p:txBody>
          <a:bodyPr wrap="none" lIns="0" tIns="0" rIns="0" bIns="0" rtlCol="0" anchor="t"/>
          <a:lstStyle/>
          <a:p>
            <a:pPr>
              <a:lnSpc>
                <a:spcPts val="4541"/>
              </a:lnSpc>
            </a:pPr>
            <a:r>
              <a:rPr lang="en-US" sz="3625" b="1">
                <a:solidFill>
                  <a:srgbClr val="231971"/>
                </a:solidFill>
                <a:latin typeface="Outfit Extra Bold" pitchFamily="34" charset="0"/>
                <a:ea typeface="Outfit Extra Bold" pitchFamily="34" charset="-122"/>
                <a:cs typeface="Outfit Extra Bold" pitchFamily="34" charset="-120"/>
              </a:rPr>
              <a:t>PEFT Configuration</a:t>
            </a:r>
            <a:endParaRPr lang="en-US" sz="3625"/>
          </a:p>
        </p:txBody>
      </p:sp>
      <p:sp>
        <p:nvSpPr>
          <p:cNvPr id="3" name="Text 1"/>
          <p:cNvSpPr/>
          <p:nvPr/>
        </p:nvSpPr>
        <p:spPr>
          <a:xfrm>
            <a:off x="650082" y="1555552"/>
            <a:ext cx="3160613" cy="290215"/>
          </a:xfrm>
          <a:prstGeom prst="rect">
            <a:avLst/>
          </a:prstGeom>
          <a:noFill/>
          <a:ln/>
        </p:spPr>
        <p:txBody>
          <a:bodyPr wrap="none" lIns="0" tIns="0" rIns="0" bIns="0" rtlCol="0" anchor="t"/>
          <a:lstStyle/>
          <a:p>
            <a:pPr>
              <a:lnSpc>
                <a:spcPts val="2250"/>
              </a:lnSpc>
            </a:pPr>
            <a:r>
              <a:rPr lang="en-US" sz="1792" b="1">
                <a:solidFill>
                  <a:srgbClr val="231971"/>
                </a:solidFill>
                <a:latin typeface="Outfit Extra Bold" pitchFamily="34" charset="0"/>
                <a:ea typeface="Outfit Extra Bold" pitchFamily="34" charset="-122"/>
                <a:cs typeface="Outfit Extra Bold" pitchFamily="34" charset="-120"/>
              </a:rPr>
              <a:t>LoRA (Low-Rank Adaptation)</a:t>
            </a:r>
            <a:endParaRPr lang="en-US" sz="1792"/>
          </a:p>
        </p:txBody>
      </p:sp>
      <p:sp>
        <p:nvSpPr>
          <p:cNvPr id="4" name="Text 2"/>
          <p:cNvSpPr/>
          <p:nvPr/>
        </p:nvSpPr>
        <p:spPr>
          <a:xfrm>
            <a:off x="650082" y="2031505"/>
            <a:ext cx="5219303" cy="891481"/>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Injects small, trainable low-rank matrices into the model's layers. Only these small matrices are updated, drastically reducing the number of trainable parameters.</a:t>
            </a:r>
            <a:endParaRPr lang="en-US" sz="1458"/>
          </a:p>
        </p:txBody>
      </p:sp>
      <p:sp>
        <p:nvSpPr>
          <p:cNvPr id="5" name="Text 3"/>
          <p:cNvSpPr/>
          <p:nvPr/>
        </p:nvSpPr>
        <p:spPr>
          <a:xfrm>
            <a:off x="650082" y="3090070"/>
            <a:ext cx="5219303" cy="1188641"/>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The rank parameter (r) controls the size (rank) of the LoRA matrices. Common values are 8, 16, 32, 64. Higher ranks allow capturing more complex adaptations but increase trainable parameters and memory.</a:t>
            </a:r>
            <a:endParaRPr lang="en-US" sz="1458"/>
          </a:p>
        </p:txBody>
      </p:sp>
      <p:sp>
        <p:nvSpPr>
          <p:cNvPr id="6" name="Text 4"/>
          <p:cNvSpPr/>
          <p:nvPr/>
        </p:nvSpPr>
        <p:spPr>
          <a:xfrm>
            <a:off x="6328966" y="1555552"/>
            <a:ext cx="2321918" cy="290215"/>
          </a:xfrm>
          <a:prstGeom prst="rect">
            <a:avLst/>
          </a:prstGeom>
          <a:noFill/>
          <a:ln/>
        </p:spPr>
        <p:txBody>
          <a:bodyPr wrap="none" lIns="0" tIns="0" rIns="0" bIns="0" rtlCol="0" anchor="t"/>
          <a:lstStyle/>
          <a:p>
            <a:pPr>
              <a:lnSpc>
                <a:spcPts val="2250"/>
              </a:lnSpc>
            </a:pPr>
            <a:r>
              <a:rPr lang="en-US" sz="1792" b="1">
                <a:solidFill>
                  <a:srgbClr val="231971"/>
                </a:solidFill>
                <a:latin typeface="Outfit Extra Bold" pitchFamily="34" charset="0"/>
                <a:ea typeface="Outfit Extra Bold" pitchFamily="34" charset="-122"/>
                <a:cs typeface="Outfit Extra Bold" pitchFamily="34" charset="-120"/>
              </a:rPr>
              <a:t>QLoRA</a:t>
            </a:r>
            <a:endParaRPr lang="en-US" sz="1792"/>
          </a:p>
        </p:txBody>
      </p:sp>
      <p:sp>
        <p:nvSpPr>
          <p:cNvPr id="7" name="Text 5"/>
          <p:cNvSpPr/>
          <p:nvPr/>
        </p:nvSpPr>
        <p:spPr>
          <a:xfrm>
            <a:off x="6328966" y="2031505"/>
            <a:ext cx="5219303" cy="891481"/>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Combines LoRA with quantization (e.g., 4-bit NormalFloat) to further reduce memory footprint during training, allowing fine-tuning of larger models on less hardware.</a:t>
            </a:r>
            <a:endParaRPr lang="en-US" sz="1458"/>
          </a:p>
        </p:txBody>
      </p:sp>
      <p:sp>
        <p:nvSpPr>
          <p:cNvPr id="8" name="Text 6"/>
          <p:cNvSpPr/>
          <p:nvPr/>
        </p:nvSpPr>
        <p:spPr>
          <a:xfrm>
            <a:off x="6328966" y="3090070"/>
            <a:ext cx="5219303" cy="891481"/>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Fine-tuning typically involves applying LoRA/QLoRA to specific layers (often attention layers) with a chosen rank and alpha parameter (scaling factor).</a:t>
            </a:r>
            <a:endParaRPr lang="en-US" sz="1458"/>
          </a:p>
        </p:txBody>
      </p:sp>
      <p:sp>
        <p:nvSpPr>
          <p:cNvPr id="9" name="Text 7"/>
          <p:cNvSpPr/>
          <p:nvPr/>
        </p:nvSpPr>
        <p:spPr>
          <a:xfrm>
            <a:off x="650082" y="4654748"/>
            <a:ext cx="10891838" cy="594320"/>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Parameter-Efficient Fine-Tuning (PEFT) methods allow adapting large models with significantly less computational cost than full fine-tuning.</a:t>
            </a:r>
            <a:endParaRPr lang="en-US" sz="1458"/>
          </a:p>
        </p:txBody>
      </p:sp>
      <p:sp>
        <p:nvSpPr>
          <p:cNvPr id="10" name="Text 8"/>
          <p:cNvSpPr/>
          <p:nvPr/>
        </p:nvSpPr>
        <p:spPr>
          <a:xfrm>
            <a:off x="650082" y="5458024"/>
            <a:ext cx="10891838" cy="891481"/>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Using QLoRA with a moderate rank (e.g., 16) is a common and effective strategy for balancing adaptation quality with resource efficiency when fine-tuning models in the 7B-13B parameter range. Experimentation is needed to find the optimal rank and layers to target.</a:t>
            </a:r>
            <a:endParaRPr lang="en-US" sz="1458"/>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3EA85-F26B-EE9C-3015-D17C494BF5A6}"/>
              </a:ext>
            </a:extLst>
          </p:cNvPr>
          <p:cNvSpPr>
            <a:spLocks noGrp="1"/>
          </p:cNvSpPr>
          <p:nvPr>
            <p:ph type="title"/>
          </p:nvPr>
        </p:nvSpPr>
        <p:spPr/>
        <p:txBody>
          <a:bodyPr/>
          <a:lstStyle/>
          <a:p>
            <a:r>
              <a:rPr lang="en-US"/>
              <a:t>Threat Intelligence Data Integration</a:t>
            </a:r>
          </a:p>
        </p:txBody>
      </p:sp>
      <p:sp>
        <p:nvSpPr>
          <p:cNvPr id="3" name="Text Placeholder 2">
            <a:extLst>
              <a:ext uri="{FF2B5EF4-FFF2-40B4-BE49-F238E27FC236}">
                <a16:creationId xmlns:a16="http://schemas.microsoft.com/office/drawing/2014/main" id="{AF7AEDF9-61C8-B9D7-F36A-9D0DF32EA275}"/>
              </a:ext>
            </a:extLst>
          </p:cNvPr>
          <p:cNvSpPr>
            <a:spLocks noGrp="1"/>
          </p:cNvSpPr>
          <p:nvPr>
            <p:ph type="body" idx="1"/>
          </p:nvPr>
        </p:nvSpPr>
        <p:spPr/>
        <p:txBody>
          <a:bodyPr/>
          <a:lstStyle/>
          <a:p>
            <a:r>
              <a:rPr lang="en-US"/>
              <a:t>Integrating Flashpoint Ignite &amp; Other Data Sources into Custom Trained LLM</a:t>
            </a:r>
          </a:p>
        </p:txBody>
      </p:sp>
    </p:spTree>
    <p:extLst>
      <p:ext uri="{BB962C8B-B14F-4D97-AF65-F5344CB8AC3E}">
        <p14:creationId xmlns:p14="http://schemas.microsoft.com/office/powerpoint/2010/main" val="562754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68255-C909-903D-81F8-A45F1CD82CCF}"/>
              </a:ext>
            </a:extLst>
          </p:cNvPr>
          <p:cNvSpPr>
            <a:spLocks noGrp="1"/>
          </p:cNvSpPr>
          <p:nvPr>
            <p:ph type="title"/>
          </p:nvPr>
        </p:nvSpPr>
        <p:spPr>
          <a:xfrm>
            <a:off x="803012" y="459562"/>
            <a:ext cx="9837625" cy="706964"/>
          </a:xfrm>
        </p:spPr>
        <p:txBody>
          <a:bodyPr/>
          <a:lstStyle/>
          <a:p>
            <a:r>
              <a:rPr lang="en-US" sz="2400"/>
              <a:t>Cyber Security Use Cases leveraging Flashpoint Ignite</a:t>
            </a:r>
          </a:p>
        </p:txBody>
      </p:sp>
      <p:sp>
        <p:nvSpPr>
          <p:cNvPr id="3" name="Content Placeholder 2">
            <a:extLst>
              <a:ext uri="{FF2B5EF4-FFF2-40B4-BE49-F238E27FC236}">
                <a16:creationId xmlns:a16="http://schemas.microsoft.com/office/drawing/2014/main" id="{9CA91EA4-9007-9D20-62AE-9CAB279B8F72}"/>
              </a:ext>
            </a:extLst>
          </p:cNvPr>
          <p:cNvSpPr>
            <a:spLocks noGrp="1"/>
          </p:cNvSpPr>
          <p:nvPr>
            <p:ph idx="1"/>
          </p:nvPr>
        </p:nvSpPr>
        <p:spPr>
          <a:xfrm>
            <a:off x="762341" y="1486829"/>
            <a:ext cx="4205083" cy="4326421"/>
          </a:xfrm>
        </p:spPr>
        <p:txBody>
          <a:bodyPr>
            <a:normAutofit fontScale="92500" lnSpcReduction="10000"/>
          </a:bodyPr>
          <a:lstStyle/>
          <a:p>
            <a:pPr marL="0" indent="0">
              <a:lnSpc>
                <a:spcPct val="120000"/>
              </a:lnSpc>
              <a:spcBef>
                <a:spcPts val="0"/>
              </a:spcBef>
              <a:buNone/>
            </a:pPr>
            <a:r>
              <a:rPr lang="en-US" sz="1200">
                <a:solidFill>
                  <a:schemeClr val="tx1"/>
                </a:solidFill>
              </a:rPr>
              <a:t>Actionable Threat Intelligence</a:t>
            </a:r>
          </a:p>
          <a:p>
            <a:pPr marL="0" lvl="1">
              <a:lnSpc>
                <a:spcPct val="120000"/>
              </a:lnSpc>
              <a:spcBef>
                <a:spcPts val="0"/>
              </a:spcBef>
              <a:buFont typeface="System Font Regular"/>
              <a:buChar char="−"/>
            </a:pPr>
            <a:r>
              <a:rPr lang="en-US" sz="1000">
                <a:solidFill>
                  <a:schemeClr val="tx1"/>
                </a:solidFill>
              </a:rPr>
              <a:t>Real-time alerts on emerging cyber threats</a:t>
            </a:r>
          </a:p>
          <a:p>
            <a:pPr marL="0" lvl="1">
              <a:lnSpc>
                <a:spcPct val="120000"/>
              </a:lnSpc>
              <a:spcBef>
                <a:spcPts val="0"/>
              </a:spcBef>
              <a:buFont typeface="System Font Regular"/>
              <a:buChar char="−"/>
            </a:pPr>
            <a:r>
              <a:rPr lang="en-US" sz="1000">
                <a:solidFill>
                  <a:schemeClr val="tx1"/>
                </a:solidFill>
              </a:rPr>
              <a:t>Indicators of Compromise (IOCs) and threat actor intelligence</a:t>
            </a:r>
          </a:p>
          <a:p>
            <a:pPr marL="0" lvl="1">
              <a:lnSpc>
                <a:spcPct val="120000"/>
              </a:lnSpc>
              <a:spcBef>
                <a:spcPts val="0"/>
              </a:spcBef>
              <a:buFont typeface="System Font Regular"/>
              <a:buChar char="−"/>
            </a:pPr>
            <a:r>
              <a:rPr lang="en-US" sz="1000">
                <a:solidFill>
                  <a:schemeClr val="tx1"/>
                </a:solidFill>
              </a:rPr>
              <a:t>Curated insights into darknet and deep web activities</a:t>
            </a:r>
          </a:p>
          <a:p>
            <a:pPr marL="0">
              <a:lnSpc>
                <a:spcPct val="120000"/>
              </a:lnSpc>
              <a:spcBef>
                <a:spcPts val="0"/>
              </a:spcBef>
              <a:buFont typeface="System Font Regular"/>
              <a:buChar char="−"/>
            </a:pPr>
            <a:endParaRPr lang="en-US" sz="1200">
              <a:solidFill>
                <a:schemeClr val="tx1"/>
              </a:solidFill>
            </a:endParaRPr>
          </a:p>
          <a:p>
            <a:pPr marL="0" indent="0">
              <a:lnSpc>
                <a:spcPct val="120000"/>
              </a:lnSpc>
              <a:spcBef>
                <a:spcPts val="0"/>
              </a:spcBef>
              <a:buNone/>
            </a:pPr>
            <a:r>
              <a:rPr lang="en-US" sz="1200">
                <a:solidFill>
                  <a:schemeClr val="tx1"/>
                </a:solidFill>
              </a:rPr>
              <a:t>Risk Management and Vulnerability Assessment</a:t>
            </a:r>
          </a:p>
          <a:p>
            <a:pPr marL="0" lvl="1">
              <a:lnSpc>
                <a:spcPct val="120000"/>
              </a:lnSpc>
              <a:spcBef>
                <a:spcPts val="0"/>
              </a:spcBef>
              <a:buFont typeface="System Font Regular"/>
              <a:buChar char="−"/>
            </a:pPr>
            <a:r>
              <a:rPr lang="en-US" sz="1000">
                <a:solidFill>
                  <a:schemeClr val="tx1"/>
                </a:solidFill>
              </a:rPr>
              <a:t>Detailed vulnerability information, CVE analysis, exploit availability</a:t>
            </a:r>
          </a:p>
          <a:p>
            <a:pPr marL="0" lvl="1">
              <a:lnSpc>
                <a:spcPct val="120000"/>
              </a:lnSpc>
              <a:spcBef>
                <a:spcPts val="0"/>
              </a:spcBef>
              <a:buFont typeface="System Font Regular"/>
              <a:buChar char="−"/>
            </a:pPr>
            <a:r>
              <a:rPr lang="en-US" sz="1000">
                <a:solidFill>
                  <a:schemeClr val="tx1"/>
                </a:solidFill>
              </a:rPr>
              <a:t>Predictive insights to prioritize patching and security remediation</a:t>
            </a:r>
          </a:p>
          <a:p>
            <a:pPr marL="0">
              <a:lnSpc>
                <a:spcPct val="120000"/>
              </a:lnSpc>
              <a:spcBef>
                <a:spcPts val="0"/>
              </a:spcBef>
              <a:buFont typeface="System Font Regular"/>
              <a:buChar char="−"/>
            </a:pPr>
            <a:endParaRPr lang="en-US" sz="1200">
              <a:solidFill>
                <a:schemeClr val="tx1"/>
              </a:solidFill>
            </a:endParaRPr>
          </a:p>
          <a:p>
            <a:pPr marL="0" indent="0">
              <a:lnSpc>
                <a:spcPct val="120000"/>
              </a:lnSpc>
              <a:spcBef>
                <a:spcPts val="0"/>
              </a:spcBef>
              <a:buNone/>
            </a:pPr>
            <a:r>
              <a:rPr lang="en-US" sz="1200">
                <a:solidFill>
                  <a:schemeClr val="tx1"/>
                </a:solidFill>
              </a:rPr>
              <a:t>Cybercrime Monitoring</a:t>
            </a:r>
          </a:p>
          <a:p>
            <a:pPr marL="0" lvl="1">
              <a:lnSpc>
                <a:spcPct val="120000"/>
              </a:lnSpc>
              <a:spcBef>
                <a:spcPts val="0"/>
              </a:spcBef>
              <a:buFont typeface="System Font Regular"/>
              <a:buChar char="−"/>
            </a:pPr>
            <a:r>
              <a:rPr lang="en-US" sz="1000">
                <a:solidFill>
                  <a:schemeClr val="tx1"/>
                </a:solidFill>
              </a:rPr>
              <a:t>Monitoring dark web forums, marketplaces, and illicit communities</a:t>
            </a:r>
          </a:p>
          <a:p>
            <a:pPr marL="0" lvl="1">
              <a:lnSpc>
                <a:spcPct val="120000"/>
              </a:lnSpc>
              <a:spcBef>
                <a:spcPts val="0"/>
              </a:spcBef>
              <a:buFont typeface="System Font Regular"/>
              <a:buChar char="−"/>
            </a:pPr>
            <a:r>
              <a:rPr lang="en-US" sz="1000">
                <a:solidFill>
                  <a:schemeClr val="tx1"/>
                </a:solidFill>
              </a:rPr>
              <a:t>Early detection of credential leaks, fraudulent activities, and malicious campaigns</a:t>
            </a:r>
          </a:p>
          <a:p>
            <a:pPr marL="0">
              <a:lnSpc>
                <a:spcPct val="120000"/>
              </a:lnSpc>
              <a:spcBef>
                <a:spcPts val="0"/>
              </a:spcBef>
              <a:buFont typeface="System Font Regular"/>
              <a:buChar char="−"/>
            </a:pPr>
            <a:endParaRPr lang="en-US" sz="1200">
              <a:solidFill>
                <a:schemeClr val="tx1"/>
              </a:solidFill>
            </a:endParaRPr>
          </a:p>
          <a:p>
            <a:pPr marL="0" indent="0">
              <a:lnSpc>
                <a:spcPct val="120000"/>
              </a:lnSpc>
              <a:spcBef>
                <a:spcPts val="0"/>
              </a:spcBef>
              <a:buNone/>
            </a:pPr>
            <a:r>
              <a:rPr lang="en-US" sz="1200">
                <a:solidFill>
                  <a:schemeClr val="tx1"/>
                </a:solidFill>
              </a:rPr>
              <a:t>Integrations and API</a:t>
            </a:r>
          </a:p>
          <a:p>
            <a:pPr marL="0" lvl="1">
              <a:lnSpc>
                <a:spcPct val="120000"/>
              </a:lnSpc>
              <a:spcBef>
                <a:spcPts val="0"/>
              </a:spcBef>
              <a:buFont typeface="System Font Regular"/>
              <a:buChar char="−"/>
            </a:pPr>
            <a:r>
              <a:rPr lang="en-US" sz="1000">
                <a:solidFill>
                  <a:schemeClr val="tx1"/>
                </a:solidFill>
              </a:rPr>
              <a:t>Seamless integrations with existing security stacks (SIEM, SOAR, endpoint security solutions)</a:t>
            </a:r>
          </a:p>
          <a:p>
            <a:pPr marL="0" lvl="1">
              <a:lnSpc>
                <a:spcPct val="120000"/>
              </a:lnSpc>
              <a:spcBef>
                <a:spcPts val="0"/>
              </a:spcBef>
              <a:buFont typeface="System Font Regular"/>
              <a:buChar char="−"/>
            </a:pPr>
            <a:r>
              <a:rPr lang="en-US" sz="1000">
                <a:solidFill>
                  <a:schemeClr val="tx1"/>
                </a:solidFill>
              </a:rPr>
              <a:t>Rich API for threat feeds and automation workflows</a:t>
            </a:r>
          </a:p>
          <a:p>
            <a:pPr marL="0">
              <a:lnSpc>
                <a:spcPct val="120000"/>
              </a:lnSpc>
              <a:spcBef>
                <a:spcPts val="0"/>
              </a:spcBef>
              <a:buFont typeface="System Font Regular"/>
              <a:buChar char="−"/>
            </a:pPr>
            <a:endParaRPr lang="en-US" sz="1200">
              <a:solidFill>
                <a:schemeClr val="tx1"/>
              </a:solidFill>
            </a:endParaRPr>
          </a:p>
          <a:p>
            <a:pPr marL="0" indent="0">
              <a:lnSpc>
                <a:spcPct val="120000"/>
              </a:lnSpc>
              <a:spcBef>
                <a:spcPts val="0"/>
              </a:spcBef>
              <a:buNone/>
            </a:pPr>
            <a:r>
              <a:rPr lang="en-US" sz="1200">
                <a:solidFill>
                  <a:schemeClr val="tx1"/>
                </a:solidFill>
              </a:rPr>
              <a:t>Malware &amp; Threat Actor Profiling</a:t>
            </a:r>
          </a:p>
          <a:p>
            <a:pPr marL="0" lvl="1">
              <a:lnSpc>
                <a:spcPct val="120000"/>
              </a:lnSpc>
              <a:spcBef>
                <a:spcPts val="0"/>
              </a:spcBef>
              <a:buFont typeface="System Font Regular"/>
              <a:buChar char="−"/>
            </a:pPr>
            <a:r>
              <a:rPr lang="en-US" sz="1000">
                <a:solidFill>
                  <a:schemeClr val="tx1"/>
                </a:solidFill>
              </a:rPr>
              <a:t>Detailed threat actor reports, attribution, and behavior analysis</a:t>
            </a:r>
          </a:p>
          <a:p>
            <a:pPr marL="0" lvl="1">
              <a:lnSpc>
                <a:spcPct val="120000"/>
              </a:lnSpc>
              <a:spcBef>
                <a:spcPts val="0"/>
              </a:spcBef>
              <a:buFont typeface="System Font Regular"/>
              <a:buChar char="−"/>
            </a:pPr>
            <a:r>
              <a:rPr lang="en-US" sz="1000">
                <a:solidFill>
                  <a:schemeClr val="tx1"/>
                </a:solidFill>
              </a:rPr>
              <a:t>Insights into geopolitical threats, hacktivism, organized crime, and nation-state actors</a:t>
            </a:r>
          </a:p>
          <a:p>
            <a:pPr marL="0" lvl="1">
              <a:lnSpc>
                <a:spcPct val="120000"/>
              </a:lnSpc>
              <a:spcBef>
                <a:spcPts val="0"/>
              </a:spcBef>
              <a:buFont typeface="System Font Regular"/>
              <a:buChar char="−"/>
            </a:pPr>
            <a:r>
              <a:rPr lang="en-US" sz="1000">
                <a:solidFill>
                  <a:schemeClr val="tx1"/>
                </a:solidFill>
              </a:rPr>
              <a:t>Latest Malware exploits &amp; Attack Vectors</a:t>
            </a:r>
          </a:p>
        </p:txBody>
      </p:sp>
      <p:sp>
        <p:nvSpPr>
          <p:cNvPr id="11" name="TextBox 10">
            <a:extLst>
              <a:ext uri="{FF2B5EF4-FFF2-40B4-BE49-F238E27FC236}">
                <a16:creationId xmlns:a16="http://schemas.microsoft.com/office/drawing/2014/main" id="{81AC8ADE-B77C-370C-2B4E-5BBC204098DA}"/>
              </a:ext>
            </a:extLst>
          </p:cNvPr>
          <p:cNvSpPr txBox="1"/>
          <p:nvPr/>
        </p:nvSpPr>
        <p:spPr>
          <a:xfrm>
            <a:off x="6302478" y="2095406"/>
            <a:ext cx="4886633" cy="3046988"/>
          </a:xfrm>
          <a:prstGeom prst="rect">
            <a:avLst/>
          </a:prstGeom>
          <a:noFill/>
        </p:spPr>
        <p:txBody>
          <a:bodyPr wrap="square">
            <a:spAutoFit/>
          </a:bodyPr>
          <a:lstStyle/>
          <a:p>
            <a:pPr>
              <a:buNone/>
            </a:pPr>
            <a:r>
              <a:rPr lang="en-US" sz="1100"/>
              <a:t>Real-Time Threat Intelligence Analysis &amp; Summarization</a:t>
            </a:r>
          </a:p>
          <a:p>
            <a:pPr marL="171450" indent="-171450">
              <a:buFont typeface="System Font Regular"/>
              <a:buChar char="−"/>
            </a:pPr>
            <a:r>
              <a:rPr lang="en-US" sz="900"/>
              <a:t>Automatically generate concise summaries of new threats and intelligence reports.</a:t>
            </a:r>
          </a:p>
          <a:p>
            <a:pPr marL="171450" indent="-171450">
              <a:buFont typeface="System Font Regular"/>
              <a:buChar char="−"/>
            </a:pPr>
            <a:r>
              <a:rPr lang="en-US" sz="900"/>
              <a:t>Reduces analyst time spent reviewing large threat intel documents.</a:t>
            </a:r>
            <a:endParaRPr lang="en-US" sz="1100"/>
          </a:p>
          <a:p>
            <a:pPr>
              <a:buNone/>
            </a:pPr>
            <a:endParaRPr lang="en-US" sz="1100"/>
          </a:p>
          <a:p>
            <a:pPr>
              <a:buNone/>
            </a:pPr>
            <a:r>
              <a:rPr lang="en-US" sz="1100"/>
              <a:t>Automated Incident Triage &amp; Root Cause Analysis</a:t>
            </a:r>
          </a:p>
          <a:p>
            <a:pPr marL="171450" indent="-171450">
              <a:buFont typeface="System Font Regular"/>
              <a:buChar char="−"/>
            </a:pPr>
            <a:r>
              <a:rPr lang="en-US" sz="900"/>
              <a:t>Objective: Leverage the LLM to swiftly analyze incidents by correlating alerts with known vulnerabilities, threat actors, and recent intelligence.</a:t>
            </a:r>
          </a:p>
          <a:p>
            <a:pPr marL="171450" indent="-171450">
              <a:buFont typeface="System Font Regular"/>
              <a:buChar char="−"/>
            </a:pPr>
            <a:r>
              <a:rPr lang="en-US" sz="900"/>
              <a:t>Benefit: Accelerates response time and provides immediate contextual understanding.</a:t>
            </a:r>
          </a:p>
          <a:p>
            <a:pPr>
              <a:buNone/>
            </a:pPr>
            <a:endParaRPr lang="en-US" sz="1100"/>
          </a:p>
          <a:p>
            <a:pPr>
              <a:buNone/>
            </a:pPr>
            <a:r>
              <a:rPr lang="en-US" sz="1100"/>
              <a:t>Proactive Vulnerability &amp; Exploit Prioritization</a:t>
            </a:r>
          </a:p>
          <a:p>
            <a:pPr marL="171450" indent="-171450">
              <a:buFont typeface="System Font Regular"/>
              <a:buChar char="−"/>
            </a:pPr>
            <a:r>
              <a:rPr lang="en-US" sz="900"/>
              <a:t>Objective: Analyze CVEs, exploit availability, and real-world threat activity to prioritize patches and responses.</a:t>
            </a:r>
          </a:p>
          <a:p>
            <a:pPr marL="171450" indent="-171450">
              <a:buFont typeface="System Font Regular"/>
              <a:buChar char="−"/>
            </a:pPr>
            <a:r>
              <a:rPr lang="en-US" sz="900"/>
              <a:t>Benefit: Improves security posture by aligning efforts with real-world risk.</a:t>
            </a:r>
          </a:p>
          <a:p>
            <a:pPr>
              <a:buNone/>
            </a:pPr>
            <a:endParaRPr lang="en-US" sz="900"/>
          </a:p>
          <a:p>
            <a:pPr>
              <a:buNone/>
            </a:pPr>
            <a:r>
              <a:rPr lang="en-US" sz="1100"/>
              <a:t>Threat Actor Attribution &amp; Behavioral Analysis</a:t>
            </a:r>
          </a:p>
          <a:p>
            <a:pPr marL="171450" indent="-171450">
              <a:buFont typeface="System Font Regular"/>
              <a:buChar char="−"/>
            </a:pPr>
            <a:r>
              <a:rPr lang="en-US" sz="900"/>
              <a:t>Objective: Generate threat actor profiles from detailed data, recognizing patterns, tools, and tactics.</a:t>
            </a:r>
          </a:p>
          <a:p>
            <a:pPr marL="171450" indent="-171450">
              <a:buFont typeface="System Font Regular"/>
              <a:buChar char="−"/>
            </a:pPr>
            <a:r>
              <a:rPr lang="en-US" sz="900"/>
              <a:t>Benefit: Enhances attribution accuracy and threat prediction capabilities.</a:t>
            </a:r>
          </a:p>
        </p:txBody>
      </p:sp>
      <p:sp>
        <p:nvSpPr>
          <p:cNvPr id="12" name="Right Arrow 11">
            <a:extLst>
              <a:ext uri="{FF2B5EF4-FFF2-40B4-BE49-F238E27FC236}">
                <a16:creationId xmlns:a16="http://schemas.microsoft.com/office/drawing/2014/main" id="{328FB4E1-473B-A093-C142-D69E269FC0B3}"/>
              </a:ext>
            </a:extLst>
          </p:cNvPr>
          <p:cNvSpPr/>
          <p:nvPr/>
        </p:nvSpPr>
        <p:spPr>
          <a:xfrm>
            <a:off x="5065747" y="3276345"/>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6E585AA-3827-5A68-3943-6A9EC9FF02DE}"/>
              </a:ext>
            </a:extLst>
          </p:cNvPr>
          <p:cNvSpPr txBox="1"/>
          <p:nvPr/>
        </p:nvSpPr>
        <p:spPr>
          <a:xfrm>
            <a:off x="3716593" y="5548054"/>
            <a:ext cx="8386916" cy="1046440"/>
          </a:xfrm>
          <a:prstGeom prst="rect">
            <a:avLst/>
          </a:prstGeom>
          <a:noFill/>
        </p:spPr>
        <p:txBody>
          <a:bodyPr wrap="square">
            <a:spAutoFit/>
          </a:bodyPr>
          <a:lstStyle/>
          <a:p>
            <a:pPr algn="ctr">
              <a:spcBef>
                <a:spcPts val="600"/>
              </a:spcBef>
              <a:buNone/>
            </a:pPr>
            <a:r>
              <a:rPr lang="en-US" sz="1400" b="1"/>
              <a:t>Expected Benefits</a:t>
            </a:r>
          </a:p>
          <a:p>
            <a:pPr marL="171450" indent="-171450">
              <a:spcBef>
                <a:spcPts val="600"/>
              </a:spcBef>
              <a:buFont typeface="Wingdings" pitchFamily="2" charset="2"/>
              <a:buChar char="ü"/>
            </a:pPr>
            <a:r>
              <a:rPr lang="en-US" sz="1100" i="1"/>
              <a:t>Accelerate security operations by significantly reducing the time-to-analysis for threat intelligence.</a:t>
            </a:r>
          </a:p>
          <a:p>
            <a:pPr marL="171450" indent="-171450">
              <a:spcBef>
                <a:spcPts val="600"/>
              </a:spcBef>
              <a:buFont typeface="Wingdings" pitchFamily="2" charset="2"/>
              <a:buChar char="ü"/>
            </a:pPr>
            <a:r>
              <a:rPr lang="en-US" sz="1100" i="1"/>
              <a:t>Enhance analytical accuracy through real-time integration with evolving threat data.</a:t>
            </a:r>
          </a:p>
          <a:p>
            <a:pPr marL="171450" indent="-171450">
              <a:spcBef>
                <a:spcPts val="600"/>
              </a:spcBef>
              <a:buFont typeface="Wingdings" pitchFamily="2" charset="2"/>
              <a:buChar char="ü"/>
            </a:pPr>
            <a:r>
              <a:rPr lang="en-US" sz="1100" i="1"/>
              <a:t>Improve cybersecurity decision-making, prioritization, and proactive response.</a:t>
            </a:r>
          </a:p>
        </p:txBody>
      </p:sp>
    </p:spTree>
    <p:extLst>
      <p:ext uri="{BB962C8B-B14F-4D97-AF65-F5344CB8AC3E}">
        <p14:creationId xmlns:p14="http://schemas.microsoft.com/office/powerpoint/2010/main" val="33986031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4164" y="626765"/>
            <a:ext cx="4387057" cy="548382"/>
          </a:xfrm>
          <a:prstGeom prst="rect">
            <a:avLst/>
          </a:prstGeom>
          <a:noFill/>
          <a:ln/>
        </p:spPr>
        <p:txBody>
          <a:bodyPr wrap="none" lIns="0" tIns="0" rIns="0" bIns="0" rtlCol="0" anchor="t"/>
          <a:lstStyle/>
          <a:p>
            <a:pPr>
              <a:lnSpc>
                <a:spcPts val="4291"/>
              </a:lnSpc>
            </a:pPr>
            <a:r>
              <a:rPr lang="en-US" sz="3417" b="1">
                <a:solidFill>
                  <a:srgbClr val="231971"/>
                </a:solidFill>
                <a:latin typeface="Outfit Extra Bold" pitchFamily="34" charset="0"/>
                <a:ea typeface="Outfit Extra Bold" pitchFamily="34" charset="-122"/>
                <a:cs typeface="Outfit Extra Bold" pitchFamily="34" charset="-120"/>
              </a:rPr>
              <a:t>Corpus Sizing</a:t>
            </a:r>
            <a:endParaRPr lang="en-US" sz="3417"/>
          </a:p>
        </p:txBody>
      </p:sp>
      <p:pic>
        <p:nvPicPr>
          <p:cNvPr id="3" name="Image 0" descr="preencoded.png"/>
          <p:cNvPicPr>
            <a:picLocks noChangeAspect="1"/>
          </p:cNvPicPr>
          <p:nvPr/>
        </p:nvPicPr>
        <p:blipFill>
          <a:blip r:embed="rId3"/>
          <a:stretch>
            <a:fillRect/>
          </a:stretch>
        </p:blipFill>
        <p:spPr>
          <a:xfrm>
            <a:off x="614164" y="1556743"/>
            <a:ext cx="438646" cy="438646"/>
          </a:xfrm>
          <a:prstGeom prst="rect">
            <a:avLst/>
          </a:prstGeom>
        </p:spPr>
      </p:pic>
      <p:sp>
        <p:nvSpPr>
          <p:cNvPr id="4" name="Text 1"/>
          <p:cNvSpPr/>
          <p:nvPr/>
        </p:nvSpPr>
        <p:spPr>
          <a:xfrm>
            <a:off x="1228229" y="1526083"/>
            <a:ext cx="1929507" cy="274142"/>
          </a:xfrm>
          <a:prstGeom prst="rect">
            <a:avLst/>
          </a:prstGeom>
          <a:noFill/>
          <a:ln/>
        </p:spPr>
        <p:txBody>
          <a:bodyPr wrap="non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Flashpoint Data</a:t>
            </a:r>
            <a:endParaRPr lang="en-US" sz="1708"/>
          </a:p>
        </p:txBody>
      </p:sp>
      <p:sp>
        <p:nvSpPr>
          <p:cNvPr id="5" name="Text 2"/>
          <p:cNvSpPr/>
          <p:nvPr/>
        </p:nvSpPr>
        <p:spPr>
          <a:xfrm>
            <a:off x="1228229" y="1905496"/>
            <a:ext cx="1929507" cy="2527102"/>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Rich, real-world threat actor communications and CTI. Volume can be significant but requires careful filtering, sanitization, and adherence to licensing and compliance constraints.</a:t>
            </a:r>
            <a:endParaRPr lang="en-US" sz="1375"/>
          </a:p>
        </p:txBody>
      </p:sp>
      <p:pic>
        <p:nvPicPr>
          <p:cNvPr id="6" name="Image 1" descr="preencoded.png"/>
          <p:cNvPicPr>
            <a:picLocks noChangeAspect="1"/>
          </p:cNvPicPr>
          <p:nvPr/>
        </p:nvPicPr>
        <p:blipFill>
          <a:blip r:embed="rId4"/>
          <a:stretch>
            <a:fillRect/>
          </a:stretch>
        </p:blipFill>
        <p:spPr>
          <a:xfrm>
            <a:off x="3420865" y="1556743"/>
            <a:ext cx="438646" cy="438646"/>
          </a:xfrm>
          <a:prstGeom prst="rect">
            <a:avLst/>
          </a:prstGeom>
        </p:spPr>
      </p:pic>
      <p:sp>
        <p:nvSpPr>
          <p:cNvPr id="7" name="Text 3"/>
          <p:cNvSpPr/>
          <p:nvPr/>
        </p:nvSpPr>
        <p:spPr>
          <a:xfrm>
            <a:off x="4034929" y="1526083"/>
            <a:ext cx="1929507" cy="274142"/>
          </a:xfrm>
          <a:prstGeom prst="rect">
            <a:avLst/>
          </a:prstGeom>
          <a:noFill/>
          <a:ln/>
        </p:spPr>
        <p:txBody>
          <a:bodyPr wrap="non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Open Datasets</a:t>
            </a:r>
            <a:endParaRPr lang="en-US" sz="1708"/>
          </a:p>
        </p:txBody>
      </p:sp>
      <p:sp>
        <p:nvSpPr>
          <p:cNvPr id="8" name="Text 4"/>
          <p:cNvSpPr/>
          <p:nvPr/>
        </p:nvSpPr>
        <p:spPr>
          <a:xfrm>
            <a:off x="4034929" y="1905496"/>
            <a:ext cx="1929507" cy="2807891"/>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Public CTI feeds (e.g., MISP galaxies, AlienVault OTX), security blogs, academic papers, vulnerability databases (NVD), malware analysis reports (VirusTotal, sandbox reports), sanitized security logs.</a:t>
            </a:r>
            <a:endParaRPr lang="en-US" sz="1375"/>
          </a:p>
        </p:txBody>
      </p:sp>
      <p:sp>
        <p:nvSpPr>
          <p:cNvPr id="9" name="Shape 5"/>
          <p:cNvSpPr/>
          <p:nvPr/>
        </p:nvSpPr>
        <p:spPr>
          <a:xfrm>
            <a:off x="6249492" y="1547912"/>
            <a:ext cx="394693" cy="456208"/>
          </a:xfrm>
          <a:prstGeom prst="roundRect">
            <a:avLst>
              <a:gd name="adj" fmla="val 11584"/>
            </a:avLst>
          </a:prstGeom>
          <a:solidFill>
            <a:srgbClr val="E6E6E7"/>
          </a:solidFill>
          <a:ln/>
        </p:spPr>
        <p:txBody>
          <a:bodyPr/>
          <a:lstStyle/>
          <a:p>
            <a:endParaRPr lang="en-CA" sz="1500"/>
          </a:p>
        </p:txBody>
      </p:sp>
      <p:pic>
        <p:nvPicPr>
          <p:cNvPr id="10" name="Image 2" descr="preencoded.png"/>
          <p:cNvPicPr>
            <a:picLocks noChangeAspect="1"/>
          </p:cNvPicPr>
          <p:nvPr/>
        </p:nvPicPr>
        <p:blipFill>
          <a:blip r:embed="rId5"/>
          <a:stretch>
            <a:fillRect/>
          </a:stretch>
        </p:blipFill>
        <p:spPr>
          <a:xfrm>
            <a:off x="6227565" y="1556743"/>
            <a:ext cx="438646" cy="438646"/>
          </a:xfrm>
          <a:prstGeom prst="rect">
            <a:avLst/>
          </a:prstGeom>
        </p:spPr>
      </p:pic>
      <p:sp>
        <p:nvSpPr>
          <p:cNvPr id="11" name="Text 6"/>
          <p:cNvSpPr/>
          <p:nvPr/>
        </p:nvSpPr>
        <p:spPr>
          <a:xfrm>
            <a:off x="6841629" y="1526083"/>
            <a:ext cx="1929507" cy="274142"/>
          </a:xfrm>
          <a:prstGeom prst="rect">
            <a:avLst/>
          </a:prstGeom>
          <a:noFill/>
          <a:ln/>
        </p:spPr>
        <p:txBody>
          <a:bodyPr wrap="non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Sizing Target</a:t>
            </a:r>
            <a:endParaRPr lang="en-US" sz="1708"/>
          </a:p>
        </p:txBody>
      </p:sp>
      <p:sp>
        <p:nvSpPr>
          <p:cNvPr id="12" name="Text 7"/>
          <p:cNvSpPr/>
          <p:nvPr/>
        </p:nvSpPr>
        <p:spPr>
          <a:xfrm>
            <a:off x="6841629" y="1905496"/>
            <a:ext cx="1929507" cy="1965523"/>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The total corpus size should ideally be in the billions of tokens to effectively adapt the LLM. A corpus of 10B+ tokens would be a strong target.</a:t>
            </a:r>
            <a:endParaRPr lang="en-US" sz="1375"/>
          </a:p>
        </p:txBody>
      </p:sp>
      <p:pic>
        <p:nvPicPr>
          <p:cNvPr id="13" name="Image 3" descr="preencoded.png"/>
          <p:cNvPicPr>
            <a:picLocks noChangeAspect="1"/>
          </p:cNvPicPr>
          <p:nvPr/>
        </p:nvPicPr>
        <p:blipFill>
          <a:blip r:embed="rId6"/>
          <a:stretch>
            <a:fillRect/>
          </a:stretch>
        </p:blipFill>
        <p:spPr>
          <a:xfrm>
            <a:off x="9034265" y="1556743"/>
            <a:ext cx="438646" cy="438646"/>
          </a:xfrm>
          <a:prstGeom prst="rect">
            <a:avLst/>
          </a:prstGeom>
        </p:spPr>
      </p:pic>
      <p:sp>
        <p:nvSpPr>
          <p:cNvPr id="14" name="Text 8"/>
          <p:cNvSpPr/>
          <p:nvPr/>
        </p:nvSpPr>
        <p:spPr>
          <a:xfrm>
            <a:off x="9648329" y="1526084"/>
            <a:ext cx="1929507" cy="548283"/>
          </a:xfrm>
          <a:prstGeom prst="rect">
            <a:avLst/>
          </a:prstGeom>
          <a:noFill/>
          <a:ln/>
        </p:spPr>
        <p:txBody>
          <a:bodyPr wrap="squar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Quality vs. Quantity</a:t>
            </a:r>
            <a:endParaRPr lang="en-US" sz="1708"/>
          </a:p>
        </p:txBody>
      </p:sp>
      <p:sp>
        <p:nvSpPr>
          <p:cNvPr id="15" name="Text 9"/>
          <p:cNvSpPr/>
          <p:nvPr/>
        </p:nvSpPr>
        <p:spPr>
          <a:xfrm>
            <a:off x="9648329" y="2179638"/>
            <a:ext cx="1929507" cy="1403945"/>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Quality and relevance are as important as quantity. Focus on high-quality, domain-specific content.</a:t>
            </a:r>
            <a:endParaRPr lang="en-US" sz="1375"/>
          </a:p>
        </p:txBody>
      </p:sp>
      <p:sp>
        <p:nvSpPr>
          <p:cNvPr id="16" name="Text 10"/>
          <p:cNvSpPr/>
          <p:nvPr/>
        </p:nvSpPr>
        <p:spPr>
          <a:xfrm>
            <a:off x="614164" y="4910733"/>
            <a:ext cx="10963672" cy="561578"/>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Fine-tuning requires a substantial corpus of relevant text data. The proposal includes Flashpoint data (dark web, illicit communities - requires careful handling) and open datasets.</a:t>
            </a:r>
            <a:endParaRPr lang="en-US" sz="1375"/>
          </a:p>
        </p:txBody>
      </p:sp>
      <p:sp>
        <p:nvSpPr>
          <p:cNvPr id="17" name="Text 11"/>
          <p:cNvSpPr/>
          <p:nvPr/>
        </p:nvSpPr>
        <p:spPr>
          <a:xfrm>
            <a:off x="614164" y="5669657"/>
            <a:ext cx="10963672" cy="561578"/>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Quantifying the available tokens from Flashpoint (post-processing) and selected open datasets is necessary to determine if sufficient data exists or if further data sourcing is required.</a:t>
            </a:r>
            <a:endParaRPr lang="en-US" sz="1375"/>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7F02-438C-D1D8-A177-FF11DC6019DB}"/>
              </a:ext>
            </a:extLst>
          </p:cNvPr>
          <p:cNvSpPr>
            <a:spLocks noGrp="1"/>
          </p:cNvSpPr>
          <p:nvPr>
            <p:ph type="title"/>
          </p:nvPr>
        </p:nvSpPr>
        <p:spPr/>
        <p:txBody>
          <a:bodyPr/>
          <a:lstStyle/>
          <a:p>
            <a:r>
              <a:rPr lang="en-US"/>
              <a:t>Finetuning And Integration Strategy</a:t>
            </a:r>
          </a:p>
        </p:txBody>
      </p:sp>
      <p:sp>
        <p:nvSpPr>
          <p:cNvPr id="3" name="Content Placeholder 2">
            <a:extLst>
              <a:ext uri="{FF2B5EF4-FFF2-40B4-BE49-F238E27FC236}">
                <a16:creationId xmlns:a16="http://schemas.microsoft.com/office/drawing/2014/main" id="{8532A97D-7D39-EA5E-7D6F-6998778DA1E1}"/>
              </a:ext>
            </a:extLst>
          </p:cNvPr>
          <p:cNvSpPr>
            <a:spLocks noGrp="1"/>
          </p:cNvSpPr>
          <p:nvPr>
            <p:ph idx="1"/>
          </p:nvPr>
        </p:nvSpPr>
        <p:spPr>
          <a:xfrm>
            <a:off x="525559" y="1401441"/>
            <a:ext cx="4734683" cy="4934477"/>
          </a:xfrm>
        </p:spPr>
        <p:txBody>
          <a:bodyPr>
            <a:noAutofit/>
          </a:bodyPr>
          <a:lstStyle/>
          <a:p>
            <a:pPr marL="0" indent="0">
              <a:spcBef>
                <a:spcPts val="600"/>
              </a:spcBef>
              <a:buNone/>
            </a:pPr>
            <a:r>
              <a:rPr lang="en-US" sz="1050">
                <a:solidFill>
                  <a:schemeClr val="tx1"/>
                </a:solidFill>
              </a:rPr>
              <a:t>Step 1: Domain Corpus Preparation</a:t>
            </a:r>
          </a:p>
          <a:p>
            <a:pPr marL="0" indent="0">
              <a:spcBef>
                <a:spcPts val="600"/>
              </a:spcBef>
              <a:buNone/>
            </a:pPr>
            <a:r>
              <a:rPr lang="en-US" sz="900">
                <a:solidFill>
                  <a:schemeClr val="tx1"/>
                </a:solidFill>
              </a:rPr>
              <a:t>Data Sources; </a:t>
            </a:r>
            <a:r>
              <a:rPr lang="en-US" sz="800">
                <a:solidFill>
                  <a:schemeClr val="tx1"/>
                </a:solidFill>
              </a:rPr>
              <a:t>Flashpoint Ignite threat intelligence feeds (dark web forums, CVEs, threat actor reports, incident summaries). Structured indicators (IOC, TTPs, MITRE ATT&amp;CK mappings).</a:t>
            </a:r>
          </a:p>
          <a:p>
            <a:pPr marL="0" indent="0">
              <a:spcBef>
                <a:spcPts val="600"/>
              </a:spcBef>
              <a:buNone/>
            </a:pPr>
            <a:r>
              <a:rPr lang="en-US" sz="900">
                <a:solidFill>
                  <a:schemeClr val="tx1"/>
                </a:solidFill>
              </a:rPr>
              <a:t>Fine-Tuning Objective: </a:t>
            </a:r>
            <a:r>
              <a:rPr lang="en-US" sz="800">
                <a:solidFill>
                  <a:schemeClr val="tx1"/>
                </a:solidFill>
              </a:rPr>
              <a:t>Masked Language Modeling (MLM) to internalize threat intelligence vocabulary and cybersecurity-specific context.</a:t>
            </a:r>
          </a:p>
          <a:p>
            <a:pPr>
              <a:spcBef>
                <a:spcPts val="600"/>
              </a:spcBef>
            </a:pPr>
            <a:endParaRPr lang="en-US" sz="800">
              <a:solidFill>
                <a:schemeClr val="tx1"/>
              </a:solidFill>
            </a:endParaRPr>
          </a:p>
          <a:p>
            <a:pPr marL="0" indent="0">
              <a:spcBef>
                <a:spcPts val="600"/>
              </a:spcBef>
              <a:buNone/>
            </a:pPr>
            <a:r>
              <a:rPr lang="en-US" sz="1050">
                <a:solidFill>
                  <a:schemeClr val="tx1"/>
                </a:solidFill>
              </a:rPr>
              <a:t>Step 2: Curated Instruction Dataset Creation</a:t>
            </a:r>
          </a:p>
          <a:p>
            <a:pPr marL="0" indent="0">
              <a:spcBef>
                <a:spcPts val="600"/>
              </a:spcBef>
              <a:buNone/>
            </a:pPr>
            <a:r>
              <a:rPr lang="en-US" sz="900">
                <a:solidFill>
                  <a:schemeClr val="tx1"/>
                </a:solidFill>
              </a:rPr>
              <a:t>Instructions Examples:</a:t>
            </a:r>
          </a:p>
          <a:p>
            <a:pPr>
              <a:spcBef>
                <a:spcPts val="600"/>
              </a:spcBef>
              <a:buFont typeface="System Font Regular"/>
              <a:buChar char="−"/>
            </a:pPr>
            <a:r>
              <a:rPr lang="en-US" sz="800">
                <a:solidFill>
                  <a:schemeClr val="tx1"/>
                </a:solidFill>
              </a:rPr>
              <a:t>"Summarize this threat report.”</a:t>
            </a:r>
          </a:p>
          <a:p>
            <a:pPr>
              <a:spcBef>
                <a:spcPts val="600"/>
              </a:spcBef>
              <a:buFont typeface="System Font Regular"/>
              <a:buChar char="−"/>
            </a:pPr>
            <a:r>
              <a:rPr lang="en-US" sz="800">
                <a:solidFill>
                  <a:schemeClr val="tx1"/>
                </a:solidFill>
              </a:rPr>
              <a:t>"Attribute this incident to a known threat actor.”</a:t>
            </a:r>
          </a:p>
          <a:p>
            <a:pPr>
              <a:spcBef>
                <a:spcPts val="600"/>
              </a:spcBef>
              <a:buFont typeface="System Font Regular"/>
              <a:buChar char="−"/>
            </a:pPr>
            <a:r>
              <a:rPr lang="en-US" sz="800">
                <a:solidFill>
                  <a:schemeClr val="tx1"/>
                </a:solidFill>
              </a:rPr>
              <a:t>"Identify potential impacts of this CVE.”</a:t>
            </a:r>
          </a:p>
          <a:p>
            <a:pPr>
              <a:spcBef>
                <a:spcPts val="600"/>
              </a:spcBef>
              <a:buFont typeface="System Font Regular"/>
              <a:buChar char="−"/>
            </a:pPr>
            <a:r>
              <a:rPr lang="en-US" sz="800">
                <a:solidFill>
                  <a:schemeClr val="tx1"/>
                </a:solidFill>
              </a:rPr>
              <a:t>"Extract all relevant IOCs from this threat document."</a:t>
            </a:r>
          </a:p>
          <a:p>
            <a:pPr marL="0" indent="0">
              <a:spcBef>
                <a:spcPts val="600"/>
              </a:spcBef>
              <a:buNone/>
            </a:pPr>
            <a:r>
              <a:rPr lang="en-US" sz="900">
                <a:solidFill>
                  <a:schemeClr val="tx1"/>
                </a:solidFill>
              </a:rPr>
              <a:t>Format: Structured as (Instruction, Input → Desired Output) tuples.</a:t>
            </a:r>
          </a:p>
          <a:p>
            <a:pPr marL="0" indent="0">
              <a:spcBef>
                <a:spcPts val="600"/>
              </a:spcBef>
              <a:buNone/>
            </a:pPr>
            <a:endParaRPr lang="en-US" sz="900">
              <a:solidFill>
                <a:schemeClr val="tx1"/>
              </a:solidFill>
            </a:endParaRPr>
          </a:p>
          <a:p>
            <a:pPr marL="0" indent="0">
              <a:spcBef>
                <a:spcPts val="600"/>
              </a:spcBef>
              <a:buNone/>
            </a:pPr>
            <a:r>
              <a:rPr lang="en-US" sz="1050">
                <a:solidFill>
                  <a:schemeClr val="tx1"/>
                </a:solidFill>
              </a:rPr>
              <a:t>Step 3: Instruction Tuning</a:t>
            </a:r>
          </a:p>
          <a:p>
            <a:pPr marL="57150" indent="0">
              <a:spcBef>
                <a:spcPts val="600"/>
              </a:spcBef>
              <a:buNone/>
            </a:pPr>
            <a:r>
              <a:rPr lang="en-US" sz="900">
                <a:solidFill>
                  <a:schemeClr val="tx1"/>
                </a:solidFill>
              </a:rPr>
              <a:t>Objective: Enable the LLM to follow security-specific instructions.</a:t>
            </a:r>
          </a:p>
          <a:p>
            <a:pPr marL="57150" indent="0">
              <a:spcBef>
                <a:spcPts val="600"/>
              </a:spcBef>
              <a:buNone/>
            </a:pPr>
            <a:r>
              <a:rPr lang="en-US" sz="900">
                <a:solidFill>
                  <a:schemeClr val="tx1"/>
                </a:solidFill>
              </a:rPr>
              <a:t>Methodology: Supervised fine-tuning with instruction tuples, cross-entropy loss on generated outputs.</a:t>
            </a:r>
          </a:p>
          <a:p>
            <a:pPr>
              <a:spcBef>
                <a:spcPts val="600"/>
              </a:spcBef>
            </a:pPr>
            <a:endParaRPr lang="en-US" sz="800">
              <a:solidFill>
                <a:schemeClr val="tx1"/>
              </a:solidFill>
            </a:endParaRPr>
          </a:p>
          <a:p>
            <a:pPr marL="0" indent="0">
              <a:spcBef>
                <a:spcPts val="600"/>
              </a:spcBef>
              <a:buNone/>
            </a:pPr>
            <a:r>
              <a:rPr lang="en-US" sz="1050">
                <a:solidFill>
                  <a:schemeClr val="tx1"/>
                </a:solidFill>
              </a:rPr>
              <a:t>Step 4: Integration of Retrieval-Augmented Generation (RAG)</a:t>
            </a:r>
          </a:p>
          <a:p>
            <a:pPr marL="57150" indent="0">
              <a:spcBef>
                <a:spcPts val="600"/>
              </a:spcBef>
              <a:buNone/>
            </a:pPr>
            <a:r>
              <a:rPr lang="en-US" sz="900">
                <a:solidFill>
                  <a:schemeClr val="tx1"/>
                </a:solidFill>
              </a:rPr>
              <a:t>Combine the LLM with </a:t>
            </a:r>
            <a:r>
              <a:rPr lang="en-US" sz="900" err="1">
                <a:solidFill>
                  <a:schemeClr val="tx1"/>
                </a:solidFill>
              </a:rPr>
              <a:t>Ignite’s</a:t>
            </a:r>
            <a:r>
              <a:rPr lang="en-US" sz="900">
                <a:solidFill>
                  <a:schemeClr val="tx1"/>
                </a:solidFill>
              </a:rPr>
              <a:t> real-time data retrieval via embeddings and vector stores.</a:t>
            </a:r>
          </a:p>
          <a:p>
            <a:pPr marL="57150" indent="0">
              <a:spcBef>
                <a:spcPts val="600"/>
              </a:spcBef>
              <a:buNone/>
            </a:pPr>
            <a:r>
              <a:rPr lang="en-US" sz="900">
                <a:solidFill>
                  <a:schemeClr val="tx1"/>
                </a:solidFill>
              </a:rPr>
              <a:t>Provide the model with external real-time context (latest threats, CVEs, etc.) to answer queries more accurately.</a:t>
            </a:r>
          </a:p>
          <a:p>
            <a:pPr marL="0" indent="0">
              <a:buNone/>
            </a:pPr>
            <a:endParaRPr lang="en-US" sz="1050">
              <a:solidFill>
                <a:schemeClr val="tx1"/>
              </a:solidFill>
            </a:endParaRPr>
          </a:p>
        </p:txBody>
      </p:sp>
      <p:sp>
        <p:nvSpPr>
          <p:cNvPr id="5" name="TextBox 4">
            <a:extLst>
              <a:ext uri="{FF2B5EF4-FFF2-40B4-BE49-F238E27FC236}">
                <a16:creationId xmlns:a16="http://schemas.microsoft.com/office/drawing/2014/main" id="{8703488A-CF08-B7D5-0E74-C4D1390CB8C7}"/>
              </a:ext>
            </a:extLst>
          </p:cNvPr>
          <p:cNvSpPr txBox="1"/>
          <p:nvPr/>
        </p:nvSpPr>
        <p:spPr>
          <a:xfrm>
            <a:off x="5934202" y="-728382"/>
            <a:ext cx="8761413" cy="523220"/>
          </a:xfrm>
          <a:prstGeom prst="rect">
            <a:avLst/>
          </a:prstGeom>
          <a:noFill/>
        </p:spPr>
        <p:txBody>
          <a:bodyPr wrap="square">
            <a:spAutoFit/>
          </a:bodyPr>
          <a:lstStyle/>
          <a:p>
            <a:pPr algn="ctr"/>
            <a:r>
              <a:rPr lang="en-US" sz="1400" i="1"/>
              <a:t>Given </a:t>
            </a:r>
            <a:r>
              <a:rPr lang="en-US" sz="1400" i="1" err="1"/>
              <a:t>Ignite’s</a:t>
            </a:r>
            <a:r>
              <a:rPr lang="en-US" sz="1400" i="1"/>
              <a:t> data-rich and specialized threat-intel environment, the ideal fine-tuning approach is a Hybrid Fine-Tuning + Instruction Tuning strategy. </a:t>
            </a:r>
          </a:p>
        </p:txBody>
      </p:sp>
      <p:sp>
        <p:nvSpPr>
          <p:cNvPr id="7" name="Content Placeholder 2">
            <a:extLst>
              <a:ext uri="{FF2B5EF4-FFF2-40B4-BE49-F238E27FC236}">
                <a16:creationId xmlns:a16="http://schemas.microsoft.com/office/drawing/2014/main" id="{994DCF37-1E0E-6795-977A-64A111496FA8}"/>
              </a:ext>
            </a:extLst>
          </p:cNvPr>
          <p:cNvSpPr txBox="1">
            <a:spLocks/>
          </p:cNvSpPr>
          <p:nvPr/>
        </p:nvSpPr>
        <p:spPr>
          <a:xfrm>
            <a:off x="5570408" y="2215975"/>
            <a:ext cx="5195914" cy="411994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1050">
              <a:solidFill>
                <a:schemeClr val="tx1"/>
              </a:solidFill>
            </a:endParaRPr>
          </a:p>
        </p:txBody>
      </p:sp>
      <p:pic>
        <p:nvPicPr>
          <p:cNvPr id="8" name="Picture 7">
            <a:extLst>
              <a:ext uri="{FF2B5EF4-FFF2-40B4-BE49-F238E27FC236}">
                <a16:creationId xmlns:a16="http://schemas.microsoft.com/office/drawing/2014/main" id="{DC8E0EBC-AA0F-3067-18B1-BCCD8C551414}"/>
              </a:ext>
            </a:extLst>
          </p:cNvPr>
          <p:cNvPicPr>
            <a:picLocks noChangeAspect="1"/>
          </p:cNvPicPr>
          <p:nvPr/>
        </p:nvPicPr>
        <p:blipFill>
          <a:blip r:embed="rId2"/>
          <a:stretch>
            <a:fillRect/>
          </a:stretch>
        </p:blipFill>
        <p:spPr>
          <a:xfrm>
            <a:off x="5934202" y="1519708"/>
            <a:ext cx="4697941" cy="4697941"/>
          </a:xfrm>
          <a:prstGeom prst="rect">
            <a:avLst/>
          </a:prstGeom>
        </p:spPr>
      </p:pic>
    </p:spTree>
    <p:extLst>
      <p:ext uri="{BB962C8B-B14F-4D97-AF65-F5344CB8AC3E}">
        <p14:creationId xmlns:p14="http://schemas.microsoft.com/office/powerpoint/2010/main" val="20456223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A2CB7-4D9B-0759-0847-7F7C2A04F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4947F-153A-CBAD-CD2F-3A84EC50EEFF}"/>
              </a:ext>
            </a:extLst>
          </p:cNvPr>
          <p:cNvSpPr>
            <a:spLocks noGrp="1"/>
          </p:cNvSpPr>
          <p:nvPr>
            <p:ph type="title"/>
          </p:nvPr>
        </p:nvSpPr>
        <p:spPr>
          <a:xfrm>
            <a:off x="963798" y="449961"/>
            <a:ext cx="10073599" cy="706964"/>
          </a:xfrm>
        </p:spPr>
        <p:txBody>
          <a:bodyPr/>
          <a:lstStyle/>
          <a:p>
            <a:r>
              <a:rPr lang="en-US" sz="2400"/>
              <a:t>LLM Model&amp; Context Integration &amp; Compute Requirements</a:t>
            </a:r>
          </a:p>
        </p:txBody>
      </p:sp>
      <p:sp>
        <p:nvSpPr>
          <p:cNvPr id="3" name="Content Placeholder 2">
            <a:extLst>
              <a:ext uri="{FF2B5EF4-FFF2-40B4-BE49-F238E27FC236}">
                <a16:creationId xmlns:a16="http://schemas.microsoft.com/office/drawing/2014/main" id="{E173BC5E-9402-6915-08F9-CBAA1B021E8A}"/>
              </a:ext>
            </a:extLst>
          </p:cNvPr>
          <p:cNvSpPr>
            <a:spLocks noGrp="1"/>
          </p:cNvSpPr>
          <p:nvPr>
            <p:ph idx="1"/>
          </p:nvPr>
        </p:nvSpPr>
        <p:spPr>
          <a:xfrm>
            <a:off x="904805" y="2288096"/>
            <a:ext cx="4679917" cy="4119943"/>
          </a:xfrm>
        </p:spPr>
        <p:txBody>
          <a:bodyPr>
            <a:noAutofit/>
          </a:bodyPr>
          <a:lstStyle/>
          <a:p>
            <a:pPr marL="0" indent="0">
              <a:buNone/>
            </a:pPr>
            <a:r>
              <a:rPr lang="en-US" sz="1200">
                <a:solidFill>
                  <a:schemeClr val="tx1"/>
                </a:solidFill>
              </a:rPr>
              <a:t>Leverage state of the art Cyber Security LLMs with robust instruction-following capabilities and retrieval augmentation compatibility:</a:t>
            </a:r>
          </a:p>
          <a:p>
            <a:pPr>
              <a:buFont typeface="System Font Regular"/>
              <a:buChar char="−"/>
            </a:pPr>
            <a:r>
              <a:rPr lang="en-US" sz="1200">
                <a:solidFill>
                  <a:schemeClr val="tx1"/>
                </a:solidFill>
              </a:rPr>
              <a:t>Llama-Primus or Sec-Gemini v1 (instruction-tuned, cybersecurity-focused), or</a:t>
            </a:r>
          </a:p>
          <a:p>
            <a:pPr>
              <a:buFont typeface="System Font Regular"/>
              <a:buChar char="−"/>
            </a:pPr>
            <a:r>
              <a:rPr lang="en-US" sz="1200">
                <a:solidFill>
                  <a:schemeClr val="tx1"/>
                </a:solidFill>
              </a:rPr>
              <a:t>Alternative: Zephyr-7b-beta for efficiency.</a:t>
            </a:r>
          </a:p>
          <a:p>
            <a:pPr marL="0" indent="0">
              <a:buNone/>
            </a:pPr>
            <a:endParaRPr lang="en-US" sz="1200" u="sng">
              <a:solidFill>
                <a:schemeClr val="tx1"/>
              </a:solidFill>
            </a:endParaRPr>
          </a:p>
          <a:p>
            <a:pPr marL="0" indent="0">
              <a:buNone/>
            </a:pPr>
            <a:r>
              <a:rPr lang="en-US" sz="1200">
                <a:solidFill>
                  <a:schemeClr val="tx1"/>
                </a:solidFill>
              </a:rPr>
              <a:t>PEFT: Utilize LoRA (Low-Rank Adaptation) or adapters for efficient updates and rapid deployment.</a:t>
            </a:r>
          </a:p>
          <a:p>
            <a:pPr marL="0" indent="0">
              <a:buNone/>
            </a:pPr>
            <a:endParaRPr lang="en-US" sz="1200">
              <a:solidFill>
                <a:schemeClr val="tx1"/>
              </a:solidFill>
            </a:endParaRPr>
          </a:p>
          <a:p>
            <a:pPr marL="0" indent="0">
              <a:buNone/>
            </a:pPr>
            <a:r>
              <a:rPr lang="en-US" sz="1200">
                <a:solidFill>
                  <a:schemeClr val="tx1"/>
                </a:solidFill>
              </a:rPr>
              <a:t>RAG Integration (Inference &amp; Retrieval):</a:t>
            </a:r>
          </a:p>
          <a:p>
            <a:pPr>
              <a:buFont typeface="System Font Regular"/>
              <a:buChar char="-"/>
            </a:pPr>
            <a:r>
              <a:rPr lang="en-US" sz="1050">
                <a:solidFill>
                  <a:schemeClr val="tx1"/>
                </a:solidFill>
              </a:rPr>
              <a:t>Utilize vector stores (e.g., Neo-4j) for embedding-based real-time retrieval of environment context. (Minimal additional GPU overhead, primarily inference-focused.)</a:t>
            </a:r>
            <a:endParaRPr lang="en-US" sz="900">
              <a:solidFill>
                <a:schemeClr val="tx1"/>
              </a:solidFill>
            </a:endParaRPr>
          </a:p>
        </p:txBody>
      </p:sp>
      <p:sp>
        <p:nvSpPr>
          <p:cNvPr id="5" name="TextBox 4">
            <a:extLst>
              <a:ext uri="{FF2B5EF4-FFF2-40B4-BE49-F238E27FC236}">
                <a16:creationId xmlns:a16="http://schemas.microsoft.com/office/drawing/2014/main" id="{1A321401-BF1C-9F71-FF26-E5B06B5BC18E}"/>
              </a:ext>
            </a:extLst>
          </p:cNvPr>
          <p:cNvSpPr txBox="1"/>
          <p:nvPr/>
        </p:nvSpPr>
        <p:spPr>
          <a:xfrm>
            <a:off x="2995038" y="1460900"/>
            <a:ext cx="6201924" cy="523220"/>
          </a:xfrm>
          <a:prstGeom prst="rect">
            <a:avLst/>
          </a:prstGeom>
          <a:noFill/>
        </p:spPr>
        <p:txBody>
          <a:bodyPr wrap="square">
            <a:spAutoFit/>
          </a:bodyPr>
          <a:lstStyle/>
          <a:p>
            <a:pPr algn="ctr"/>
            <a:r>
              <a:rPr lang="en-US" sz="1400" i="1"/>
              <a:t>Leverage state of the art Cyber Security LLMs and finetune against Flashpoint data using optimized finetuning strategies</a:t>
            </a:r>
          </a:p>
        </p:txBody>
      </p:sp>
      <p:sp>
        <p:nvSpPr>
          <p:cNvPr id="7" name="Content Placeholder 2">
            <a:extLst>
              <a:ext uri="{FF2B5EF4-FFF2-40B4-BE49-F238E27FC236}">
                <a16:creationId xmlns:a16="http://schemas.microsoft.com/office/drawing/2014/main" id="{70ACD4E1-756A-1234-D06D-DC03038BE5DA}"/>
              </a:ext>
            </a:extLst>
          </p:cNvPr>
          <p:cNvSpPr txBox="1">
            <a:spLocks/>
          </p:cNvSpPr>
          <p:nvPr/>
        </p:nvSpPr>
        <p:spPr>
          <a:xfrm>
            <a:off x="6402357" y="2425748"/>
            <a:ext cx="4216481" cy="335298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lgn="ctr">
              <a:buNone/>
            </a:pPr>
            <a:r>
              <a:rPr lang="en-US">
                <a:solidFill>
                  <a:schemeClr val="tx1"/>
                </a:solidFill>
              </a:rPr>
              <a:t>Compute Requirements (roughly)</a:t>
            </a:r>
          </a:p>
          <a:p>
            <a:pPr marL="0" indent="0">
              <a:buNone/>
            </a:pPr>
            <a:endParaRPr lang="en-US" sz="1400">
              <a:solidFill>
                <a:schemeClr val="tx1"/>
              </a:solidFill>
            </a:endParaRPr>
          </a:p>
          <a:p>
            <a:pPr marL="0" indent="0">
              <a:buNone/>
            </a:pPr>
            <a:r>
              <a:rPr lang="en-US" sz="1200">
                <a:solidFill>
                  <a:schemeClr val="tx1"/>
                </a:solidFill>
              </a:rPr>
              <a:t>Continual Pretraining (MLM):</a:t>
            </a:r>
          </a:p>
          <a:p>
            <a:pPr>
              <a:buFont typeface="System Font Regular"/>
              <a:buChar char="-"/>
            </a:pPr>
            <a:r>
              <a:rPr lang="en-US" sz="1100">
                <a:solidFill>
                  <a:schemeClr val="tx1"/>
                </a:solidFill>
              </a:rPr>
              <a:t>Moderate-to-large GPU resources (e.g., 8x NVIDIA A100 GPUs).</a:t>
            </a:r>
          </a:p>
          <a:p>
            <a:pPr>
              <a:buFont typeface="System Font Regular"/>
              <a:buChar char="-"/>
            </a:pPr>
            <a:r>
              <a:rPr lang="en-US" sz="1100">
                <a:solidFill>
                  <a:schemeClr val="tx1"/>
                </a:solidFill>
              </a:rPr>
              <a:t>Expected training duration: ~10–40 hours depending on corpus size (50M–200M tokens).</a:t>
            </a:r>
          </a:p>
          <a:p>
            <a:pPr>
              <a:buFont typeface="System Font Regular"/>
              <a:buChar char="-"/>
            </a:pPr>
            <a:endParaRPr lang="en-US" sz="1200" u="sng">
              <a:solidFill>
                <a:schemeClr val="tx1"/>
              </a:solidFill>
            </a:endParaRPr>
          </a:p>
          <a:p>
            <a:pPr marL="0" indent="0">
              <a:buNone/>
            </a:pPr>
            <a:r>
              <a:rPr lang="en-US" sz="1200">
                <a:solidFill>
                  <a:schemeClr val="tx1"/>
                </a:solidFill>
              </a:rPr>
              <a:t>Instruction Tuning:</a:t>
            </a:r>
          </a:p>
          <a:p>
            <a:pPr>
              <a:buFont typeface="System Font Regular"/>
              <a:buChar char="-"/>
            </a:pPr>
            <a:r>
              <a:rPr lang="en-US" sz="1100">
                <a:solidFill>
                  <a:schemeClr val="tx1"/>
                </a:solidFill>
              </a:rPr>
              <a:t>4–12 hours on 8x NVIDIA A100 GPUs for datasets of 20K–100K instruction tuples.</a:t>
            </a:r>
          </a:p>
          <a:p>
            <a:pPr marL="0" indent="0">
              <a:buNone/>
            </a:pPr>
            <a:endParaRPr lang="en-US" sz="1100" u="sng">
              <a:solidFill>
                <a:schemeClr val="tx1"/>
              </a:solidFill>
            </a:endParaRPr>
          </a:p>
        </p:txBody>
      </p:sp>
    </p:spTree>
    <p:extLst>
      <p:ext uri="{BB962C8B-B14F-4D97-AF65-F5344CB8AC3E}">
        <p14:creationId xmlns:p14="http://schemas.microsoft.com/office/powerpoint/2010/main" val="3401266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2727" y="550962"/>
            <a:ext cx="7779470" cy="484683"/>
          </a:xfrm>
          <a:prstGeom prst="rect">
            <a:avLst/>
          </a:prstGeom>
          <a:noFill/>
          <a:ln/>
        </p:spPr>
        <p:txBody>
          <a:bodyPr wrap="none" lIns="0" tIns="0" rIns="0" bIns="0" rtlCol="0" anchor="t"/>
          <a:lstStyle/>
          <a:p>
            <a:pPr>
              <a:lnSpc>
                <a:spcPts val="3792"/>
              </a:lnSpc>
            </a:pPr>
            <a:r>
              <a:rPr lang="en-US" sz="3042" b="1">
                <a:solidFill>
                  <a:srgbClr val="231971"/>
                </a:solidFill>
                <a:latin typeface="Outfit Extra Bold" pitchFamily="34" charset="0"/>
                <a:ea typeface="Outfit Extra Bold" pitchFamily="34" charset="-122"/>
                <a:cs typeface="Outfit Extra Bold" pitchFamily="34" charset="-120"/>
              </a:rPr>
              <a:t>Compute Budget Considerations (CONT)</a:t>
            </a:r>
            <a:endParaRPr lang="en-US" sz="3042"/>
          </a:p>
        </p:txBody>
      </p:sp>
      <p:sp>
        <p:nvSpPr>
          <p:cNvPr id="3" name="Text 1"/>
          <p:cNvSpPr/>
          <p:nvPr/>
        </p:nvSpPr>
        <p:spPr>
          <a:xfrm>
            <a:off x="542727" y="1423294"/>
            <a:ext cx="5436989" cy="511671"/>
          </a:xfrm>
          <a:prstGeom prst="rect">
            <a:avLst/>
          </a:prstGeom>
          <a:noFill/>
          <a:ln/>
        </p:spPr>
        <p:txBody>
          <a:bodyPr wrap="none" lIns="0" tIns="0" rIns="0" bIns="0" rtlCol="0" anchor="t"/>
          <a:lstStyle/>
          <a:p>
            <a:pPr algn="ctr">
              <a:lnSpc>
                <a:spcPts val="4000"/>
              </a:lnSpc>
            </a:pPr>
            <a:r>
              <a:rPr lang="en-US" sz="4000" b="1">
                <a:solidFill>
                  <a:srgbClr val="2A2742"/>
                </a:solidFill>
                <a:latin typeface="Outfit Extra Bold" pitchFamily="34" charset="0"/>
                <a:ea typeface="Outfit Extra Bold" pitchFamily="34" charset="-122"/>
                <a:cs typeface="Outfit Extra Bold" pitchFamily="34" charset="-120"/>
              </a:rPr>
              <a:t>$2-3</a:t>
            </a:r>
            <a:endParaRPr lang="en-US" sz="4000"/>
          </a:p>
        </p:txBody>
      </p:sp>
      <p:sp>
        <p:nvSpPr>
          <p:cNvPr id="4" name="Text 2"/>
          <p:cNvSpPr/>
          <p:nvPr/>
        </p:nvSpPr>
        <p:spPr>
          <a:xfrm>
            <a:off x="2291953" y="2128739"/>
            <a:ext cx="1938437" cy="242293"/>
          </a:xfrm>
          <a:prstGeom prst="rect">
            <a:avLst/>
          </a:prstGeom>
          <a:noFill/>
          <a:ln/>
        </p:spPr>
        <p:txBody>
          <a:bodyPr wrap="none" lIns="0" tIns="0" rIns="0" bIns="0" rtlCol="0" anchor="t"/>
          <a:lstStyle/>
          <a:p>
            <a:pPr algn="ctr">
              <a:lnSpc>
                <a:spcPts val="1875"/>
              </a:lnSpc>
            </a:pPr>
            <a:r>
              <a:rPr lang="en-US" sz="1500" b="1">
                <a:solidFill>
                  <a:srgbClr val="2A2742"/>
                </a:solidFill>
                <a:latin typeface="Outfit Extra Bold" pitchFamily="34" charset="0"/>
                <a:ea typeface="Outfit Extra Bold" pitchFamily="34" charset="-122"/>
                <a:cs typeface="Outfit Extra Bold" pitchFamily="34" charset="-120"/>
              </a:rPr>
              <a:t>A100 GPU Cost</a:t>
            </a:r>
            <a:endParaRPr lang="en-US" sz="1500"/>
          </a:p>
        </p:txBody>
      </p:sp>
      <p:sp>
        <p:nvSpPr>
          <p:cNvPr id="5" name="Text 3"/>
          <p:cNvSpPr/>
          <p:nvPr/>
        </p:nvSpPr>
        <p:spPr>
          <a:xfrm>
            <a:off x="542727" y="2463998"/>
            <a:ext cx="5436989" cy="248047"/>
          </a:xfrm>
          <a:prstGeom prst="rect">
            <a:avLst/>
          </a:prstGeom>
          <a:noFill/>
          <a:ln/>
        </p:spPr>
        <p:txBody>
          <a:bodyPr wrap="none" lIns="0" tIns="0" rIns="0" bIns="0" rtlCol="0" anchor="t"/>
          <a:lstStyle/>
          <a:p>
            <a:pPr algn="ctr">
              <a:lnSpc>
                <a:spcPts val="1917"/>
              </a:lnSpc>
            </a:pPr>
            <a:r>
              <a:rPr lang="en-US" sz="1208">
                <a:solidFill>
                  <a:srgbClr val="2A2742"/>
                </a:solidFill>
                <a:latin typeface="Arimo" pitchFamily="34" charset="0"/>
                <a:ea typeface="Arimo" pitchFamily="34" charset="-122"/>
                <a:cs typeface="Arimo" pitchFamily="34" charset="-120"/>
              </a:rPr>
              <a:t>Per hour on cloud</a:t>
            </a:r>
            <a:endParaRPr lang="en-US" sz="1208"/>
          </a:p>
        </p:txBody>
      </p:sp>
      <p:sp>
        <p:nvSpPr>
          <p:cNvPr id="6" name="Text 4"/>
          <p:cNvSpPr/>
          <p:nvPr/>
        </p:nvSpPr>
        <p:spPr>
          <a:xfrm>
            <a:off x="6212285" y="1423294"/>
            <a:ext cx="5436989" cy="511671"/>
          </a:xfrm>
          <a:prstGeom prst="rect">
            <a:avLst/>
          </a:prstGeom>
          <a:noFill/>
          <a:ln/>
        </p:spPr>
        <p:txBody>
          <a:bodyPr wrap="none" lIns="0" tIns="0" rIns="0" bIns="0" rtlCol="0" anchor="t"/>
          <a:lstStyle/>
          <a:p>
            <a:pPr algn="ctr">
              <a:lnSpc>
                <a:spcPts val="4000"/>
              </a:lnSpc>
            </a:pPr>
            <a:r>
              <a:rPr lang="en-US" sz="4000" b="1">
                <a:solidFill>
                  <a:srgbClr val="2A2742"/>
                </a:solidFill>
                <a:latin typeface="Outfit Extra Bold" pitchFamily="34" charset="0"/>
                <a:ea typeface="Outfit Extra Bold" pitchFamily="34" charset="-122"/>
                <a:cs typeface="Outfit Extra Bold" pitchFamily="34" charset="-120"/>
              </a:rPr>
              <a:t>100s</a:t>
            </a:r>
            <a:endParaRPr lang="en-US" sz="4000"/>
          </a:p>
        </p:txBody>
      </p:sp>
      <p:sp>
        <p:nvSpPr>
          <p:cNvPr id="7" name="Text 5"/>
          <p:cNvSpPr/>
          <p:nvPr/>
        </p:nvSpPr>
        <p:spPr>
          <a:xfrm>
            <a:off x="7961511" y="2128739"/>
            <a:ext cx="1938437" cy="242293"/>
          </a:xfrm>
          <a:prstGeom prst="rect">
            <a:avLst/>
          </a:prstGeom>
          <a:noFill/>
          <a:ln/>
        </p:spPr>
        <p:txBody>
          <a:bodyPr wrap="none" lIns="0" tIns="0" rIns="0" bIns="0" rtlCol="0" anchor="t"/>
          <a:lstStyle/>
          <a:p>
            <a:pPr algn="ctr">
              <a:lnSpc>
                <a:spcPts val="1875"/>
              </a:lnSpc>
            </a:pPr>
            <a:r>
              <a:rPr lang="en-US" sz="1500" b="1">
                <a:solidFill>
                  <a:srgbClr val="2A2742"/>
                </a:solidFill>
                <a:latin typeface="Outfit Extra Bold" pitchFamily="34" charset="0"/>
                <a:ea typeface="Outfit Extra Bold" pitchFamily="34" charset="-122"/>
                <a:cs typeface="Outfit Extra Bold" pitchFamily="34" charset="-120"/>
              </a:rPr>
              <a:t>Training Hours</a:t>
            </a:r>
            <a:endParaRPr lang="en-US" sz="1500"/>
          </a:p>
        </p:txBody>
      </p:sp>
      <p:sp>
        <p:nvSpPr>
          <p:cNvPr id="8" name="Text 6"/>
          <p:cNvSpPr/>
          <p:nvPr/>
        </p:nvSpPr>
        <p:spPr>
          <a:xfrm>
            <a:off x="6212285" y="2463998"/>
            <a:ext cx="5436989" cy="248047"/>
          </a:xfrm>
          <a:prstGeom prst="rect">
            <a:avLst/>
          </a:prstGeom>
          <a:noFill/>
          <a:ln/>
        </p:spPr>
        <p:txBody>
          <a:bodyPr wrap="none" lIns="0" tIns="0" rIns="0" bIns="0" rtlCol="0" anchor="t"/>
          <a:lstStyle/>
          <a:p>
            <a:pPr algn="ctr">
              <a:lnSpc>
                <a:spcPts val="1917"/>
              </a:lnSpc>
            </a:pPr>
            <a:r>
              <a:rPr lang="en-US" sz="1208">
                <a:solidFill>
                  <a:srgbClr val="2A2742"/>
                </a:solidFill>
                <a:latin typeface="Arimo" pitchFamily="34" charset="0"/>
                <a:ea typeface="Arimo" pitchFamily="34" charset="-122"/>
                <a:cs typeface="Arimo" pitchFamily="34" charset="-120"/>
              </a:rPr>
              <a:t>For full fine-tuning runs</a:t>
            </a:r>
            <a:endParaRPr lang="en-US" sz="1208"/>
          </a:p>
        </p:txBody>
      </p:sp>
      <p:sp>
        <p:nvSpPr>
          <p:cNvPr id="9" name="Text 7"/>
          <p:cNvSpPr/>
          <p:nvPr/>
        </p:nvSpPr>
        <p:spPr>
          <a:xfrm>
            <a:off x="542727" y="3254772"/>
            <a:ext cx="5436989" cy="511671"/>
          </a:xfrm>
          <a:prstGeom prst="rect">
            <a:avLst/>
          </a:prstGeom>
          <a:noFill/>
          <a:ln/>
        </p:spPr>
        <p:txBody>
          <a:bodyPr wrap="none" lIns="0" tIns="0" rIns="0" bIns="0" rtlCol="0" anchor="t"/>
          <a:lstStyle/>
          <a:p>
            <a:pPr algn="ctr">
              <a:lnSpc>
                <a:spcPts val="4000"/>
              </a:lnSpc>
            </a:pPr>
            <a:r>
              <a:rPr lang="en-US" sz="4000" b="1">
                <a:solidFill>
                  <a:srgbClr val="2A2742"/>
                </a:solidFill>
                <a:latin typeface="Outfit Extra Bold" pitchFamily="34" charset="0"/>
                <a:ea typeface="Outfit Extra Bold" pitchFamily="34" charset="-122"/>
                <a:cs typeface="Outfit Extra Bold" pitchFamily="34" charset="-120"/>
              </a:rPr>
              <a:t>4-8</a:t>
            </a:r>
            <a:endParaRPr lang="en-US" sz="4000"/>
          </a:p>
        </p:txBody>
      </p:sp>
      <p:sp>
        <p:nvSpPr>
          <p:cNvPr id="10" name="Text 8"/>
          <p:cNvSpPr/>
          <p:nvPr/>
        </p:nvSpPr>
        <p:spPr>
          <a:xfrm>
            <a:off x="2291953" y="3960218"/>
            <a:ext cx="1938437" cy="242293"/>
          </a:xfrm>
          <a:prstGeom prst="rect">
            <a:avLst/>
          </a:prstGeom>
          <a:noFill/>
          <a:ln/>
        </p:spPr>
        <p:txBody>
          <a:bodyPr wrap="none" lIns="0" tIns="0" rIns="0" bIns="0" rtlCol="0" anchor="t"/>
          <a:lstStyle/>
          <a:p>
            <a:pPr algn="ctr">
              <a:lnSpc>
                <a:spcPts val="1875"/>
              </a:lnSpc>
            </a:pPr>
            <a:r>
              <a:rPr lang="en-US" sz="1500" b="1">
                <a:solidFill>
                  <a:srgbClr val="2A2742"/>
                </a:solidFill>
                <a:latin typeface="Outfit Extra Bold" pitchFamily="34" charset="0"/>
                <a:ea typeface="Outfit Extra Bold" pitchFamily="34" charset="-122"/>
                <a:cs typeface="Outfit Extra Bold" pitchFamily="34" charset="-120"/>
              </a:rPr>
              <a:t>Recommended GPUs</a:t>
            </a:r>
            <a:endParaRPr lang="en-US" sz="1500"/>
          </a:p>
        </p:txBody>
      </p:sp>
      <p:sp>
        <p:nvSpPr>
          <p:cNvPr id="11" name="Text 9"/>
          <p:cNvSpPr/>
          <p:nvPr/>
        </p:nvSpPr>
        <p:spPr>
          <a:xfrm>
            <a:off x="542727" y="4295477"/>
            <a:ext cx="5436989" cy="248047"/>
          </a:xfrm>
          <a:prstGeom prst="rect">
            <a:avLst/>
          </a:prstGeom>
          <a:noFill/>
          <a:ln/>
        </p:spPr>
        <p:txBody>
          <a:bodyPr wrap="none" lIns="0" tIns="0" rIns="0" bIns="0" rtlCol="0" anchor="t"/>
          <a:lstStyle/>
          <a:p>
            <a:pPr algn="ctr">
              <a:lnSpc>
                <a:spcPts val="1917"/>
              </a:lnSpc>
            </a:pPr>
            <a:r>
              <a:rPr lang="en-US" sz="1208">
                <a:solidFill>
                  <a:srgbClr val="2A2742"/>
                </a:solidFill>
                <a:latin typeface="Arimo" pitchFamily="34" charset="0"/>
                <a:ea typeface="Arimo" pitchFamily="34" charset="-122"/>
                <a:cs typeface="Arimo" pitchFamily="34" charset="-120"/>
              </a:rPr>
              <a:t>A100s/H100s for efficient training</a:t>
            </a:r>
            <a:endParaRPr lang="en-US" sz="1208"/>
          </a:p>
        </p:txBody>
      </p:sp>
      <p:sp>
        <p:nvSpPr>
          <p:cNvPr id="12" name="Text 10"/>
          <p:cNvSpPr/>
          <p:nvPr/>
        </p:nvSpPr>
        <p:spPr>
          <a:xfrm>
            <a:off x="6212285" y="3254772"/>
            <a:ext cx="5436989" cy="511671"/>
          </a:xfrm>
          <a:prstGeom prst="rect">
            <a:avLst/>
          </a:prstGeom>
          <a:noFill/>
          <a:ln/>
        </p:spPr>
        <p:txBody>
          <a:bodyPr wrap="none" lIns="0" tIns="0" rIns="0" bIns="0" rtlCol="0" anchor="t"/>
          <a:lstStyle/>
          <a:p>
            <a:pPr algn="ctr">
              <a:lnSpc>
                <a:spcPts val="4000"/>
              </a:lnSpc>
            </a:pPr>
            <a:r>
              <a:rPr lang="en-US" sz="4000" b="1">
                <a:solidFill>
                  <a:srgbClr val="2A2742"/>
                </a:solidFill>
                <a:latin typeface="Outfit Extra Bold" pitchFamily="34" charset="0"/>
                <a:ea typeface="Outfit Extra Bold" pitchFamily="34" charset="-122"/>
                <a:cs typeface="Outfit Extra Bold" pitchFamily="34" charset="-120"/>
              </a:rPr>
              <a:t>50-70%</a:t>
            </a:r>
            <a:endParaRPr lang="en-US" sz="4000"/>
          </a:p>
        </p:txBody>
      </p:sp>
      <p:sp>
        <p:nvSpPr>
          <p:cNvPr id="13" name="Text 11"/>
          <p:cNvSpPr/>
          <p:nvPr/>
        </p:nvSpPr>
        <p:spPr>
          <a:xfrm>
            <a:off x="7961511" y="3960218"/>
            <a:ext cx="1938437" cy="242293"/>
          </a:xfrm>
          <a:prstGeom prst="rect">
            <a:avLst/>
          </a:prstGeom>
          <a:noFill/>
          <a:ln/>
        </p:spPr>
        <p:txBody>
          <a:bodyPr wrap="none" lIns="0" tIns="0" rIns="0" bIns="0" rtlCol="0" anchor="t"/>
          <a:lstStyle/>
          <a:p>
            <a:pPr algn="ctr">
              <a:lnSpc>
                <a:spcPts val="1875"/>
              </a:lnSpc>
            </a:pPr>
            <a:r>
              <a:rPr lang="en-US" sz="1500" b="1">
                <a:solidFill>
                  <a:srgbClr val="2A2742"/>
                </a:solidFill>
                <a:latin typeface="Outfit Extra Bold" pitchFamily="34" charset="0"/>
                <a:ea typeface="Outfit Extra Bold" pitchFamily="34" charset="-122"/>
                <a:cs typeface="Outfit Extra Bold" pitchFamily="34" charset="-120"/>
              </a:rPr>
              <a:t>Potential Savings</a:t>
            </a:r>
            <a:endParaRPr lang="en-US" sz="1500"/>
          </a:p>
        </p:txBody>
      </p:sp>
      <p:sp>
        <p:nvSpPr>
          <p:cNvPr id="14" name="Text 12"/>
          <p:cNvSpPr/>
          <p:nvPr/>
        </p:nvSpPr>
        <p:spPr>
          <a:xfrm>
            <a:off x="6212285" y="4295477"/>
            <a:ext cx="5436989" cy="248047"/>
          </a:xfrm>
          <a:prstGeom prst="rect">
            <a:avLst/>
          </a:prstGeom>
          <a:noFill/>
          <a:ln/>
        </p:spPr>
        <p:txBody>
          <a:bodyPr wrap="none" lIns="0" tIns="0" rIns="0" bIns="0" rtlCol="0" anchor="t"/>
          <a:lstStyle/>
          <a:p>
            <a:pPr algn="ctr">
              <a:lnSpc>
                <a:spcPts val="1917"/>
              </a:lnSpc>
            </a:pPr>
            <a:r>
              <a:rPr lang="en-US" sz="1208">
                <a:solidFill>
                  <a:srgbClr val="2A2742"/>
                </a:solidFill>
                <a:latin typeface="Arimo" pitchFamily="34" charset="0"/>
                <a:ea typeface="Arimo" pitchFamily="34" charset="-122"/>
                <a:cs typeface="Arimo" pitchFamily="34" charset="-120"/>
              </a:rPr>
              <a:t>Using spot instances</a:t>
            </a:r>
            <a:endParaRPr lang="en-US" sz="1208"/>
          </a:p>
        </p:txBody>
      </p:sp>
      <p:sp>
        <p:nvSpPr>
          <p:cNvPr id="15" name="Text 13"/>
          <p:cNvSpPr/>
          <p:nvPr/>
        </p:nvSpPr>
        <p:spPr>
          <a:xfrm>
            <a:off x="542727" y="4717951"/>
            <a:ext cx="11106547" cy="496094"/>
          </a:xfrm>
          <a:prstGeom prst="rect">
            <a:avLst/>
          </a:prstGeom>
          <a:noFill/>
          <a:ln/>
        </p:spPr>
        <p:txBody>
          <a:bodyPr wrap="square" lIns="0" tIns="0" rIns="0" bIns="0" rtlCol="0" anchor="t"/>
          <a:lstStyle/>
          <a:p>
            <a:pPr>
              <a:lnSpc>
                <a:spcPts val="1917"/>
              </a:lnSpc>
            </a:pPr>
            <a:r>
              <a:rPr lang="en-US" sz="1208">
                <a:solidFill>
                  <a:srgbClr val="2A2742"/>
                </a:solidFill>
                <a:latin typeface="Arimo" pitchFamily="34" charset="0"/>
                <a:ea typeface="Arimo" pitchFamily="34" charset="-122"/>
                <a:cs typeface="Arimo" pitchFamily="34" charset="-120"/>
              </a:rPr>
              <a:t>Fine-tuning LLMs, even with PEFT, requires significant GPU resources. Hardware options include on-premise GPUs (NVIDIA A100s or similar), cloud rented GPUs (NVIDIA H100s, A100s), or specialized Cloud TPUs/Trainium.</a:t>
            </a:r>
            <a:endParaRPr lang="en-US" sz="1208"/>
          </a:p>
        </p:txBody>
      </p:sp>
      <p:sp>
        <p:nvSpPr>
          <p:cNvPr id="16" name="Text 14"/>
          <p:cNvSpPr/>
          <p:nvPr/>
        </p:nvSpPr>
        <p:spPr>
          <a:xfrm>
            <a:off x="542727" y="5388471"/>
            <a:ext cx="11106547" cy="248047"/>
          </a:xfrm>
          <a:prstGeom prst="rect">
            <a:avLst/>
          </a:prstGeom>
          <a:noFill/>
          <a:ln/>
        </p:spPr>
        <p:txBody>
          <a:bodyPr wrap="none" lIns="0" tIns="0" rIns="0" bIns="0" rtlCol="0" anchor="t"/>
          <a:lstStyle/>
          <a:p>
            <a:pPr>
              <a:lnSpc>
                <a:spcPts val="1917"/>
              </a:lnSpc>
            </a:pPr>
            <a:r>
              <a:rPr lang="en-US" sz="1208">
                <a:solidFill>
                  <a:srgbClr val="2A2742"/>
                </a:solidFill>
                <a:latin typeface="Arimo" pitchFamily="34" charset="0"/>
                <a:ea typeface="Arimo" pitchFamily="34" charset="-122"/>
                <a:cs typeface="Arimo" pitchFamily="34" charset="-120"/>
              </a:rPr>
              <a:t>Using cloud spot instances can significantly reduce cost but requires implementing robust checkpointing and restart strategies to handle potential interruptions.</a:t>
            </a:r>
            <a:endParaRPr lang="en-US" sz="1208"/>
          </a:p>
        </p:txBody>
      </p:sp>
      <p:sp>
        <p:nvSpPr>
          <p:cNvPr id="17" name="Text 15"/>
          <p:cNvSpPr/>
          <p:nvPr/>
        </p:nvSpPr>
        <p:spPr>
          <a:xfrm>
            <a:off x="542727" y="5810945"/>
            <a:ext cx="11106547" cy="496094"/>
          </a:xfrm>
          <a:prstGeom prst="rect">
            <a:avLst/>
          </a:prstGeom>
          <a:noFill/>
          <a:ln/>
        </p:spPr>
        <p:txBody>
          <a:bodyPr wrap="square" lIns="0" tIns="0" rIns="0" bIns="0" rtlCol="0" anchor="t"/>
          <a:lstStyle/>
          <a:p>
            <a:pPr>
              <a:lnSpc>
                <a:spcPts val="1917"/>
              </a:lnSpc>
            </a:pPr>
            <a:r>
              <a:rPr lang="en-US" sz="1208">
                <a:solidFill>
                  <a:srgbClr val="2A2742"/>
                </a:solidFill>
                <a:latin typeface="Arimo" pitchFamily="34" charset="0"/>
                <a:ea typeface="Arimo" pitchFamily="34" charset="-122"/>
                <a:cs typeface="Arimo" pitchFamily="34" charset="-120"/>
              </a:rPr>
              <a:t>For an 8B parameter model with QLoRA and a ~100k instruction dataset, fine-tuning might take several hours to days on a multi-GPU setup. The budget must accommodate initial fine-tuning, hyper-parameter search, and ongoing weekly updates.</a:t>
            </a:r>
            <a:endParaRPr lang="en-US" sz="1208"/>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0288" y="567234"/>
            <a:ext cx="9162257" cy="500261"/>
          </a:xfrm>
          <a:prstGeom prst="rect">
            <a:avLst/>
          </a:prstGeom>
          <a:noFill/>
          <a:ln/>
        </p:spPr>
        <p:txBody>
          <a:bodyPr wrap="none" lIns="0" tIns="0" rIns="0" bIns="0" rtlCol="0" anchor="t"/>
          <a:lstStyle/>
          <a:p>
            <a:pPr>
              <a:lnSpc>
                <a:spcPts val="3917"/>
              </a:lnSpc>
            </a:pPr>
            <a:r>
              <a:rPr lang="en-US" sz="3125" b="1">
                <a:solidFill>
                  <a:srgbClr val="231971"/>
                </a:solidFill>
                <a:latin typeface="Outfit Extra Bold" pitchFamily="34" charset="0"/>
                <a:ea typeface="Outfit Extra Bold" pitchFamily="34" charset="-122"/>
                <a:cs typeface="Outfit Extra Bold" pitchFamily="34" charset="-120"/>
              </a:rPr>
              <a:t>Sensitive Data Handling (Flashpoint, OFAC/ITAR)</a:t>
            </a:r>
            <a:endParaRPr lang="en-US" sz="3125"/>
          </a:p>
        </p:txBody>
      </p:sp>
      <p:sp>
        <p:nvSpPr>
          <p:cNvPr id="3" name="Shape 1"/>
          <p:cNvSpPr/>
          <p:nvPr/>
        </p:nvSpPr>
        <p:spPr>
          <a:xfrm>
            <a:off x="560289" y="1567756"/>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pic>
        <p:nvPicPr>
          <p:cNvPr id="4" name="Image 0" descr="preencoded.png"/>
          <p:cNvPicPr>
            <a:picLocks noChangeAspect="1"/>
          </p:cNvPicPr>
          <p:nvPr/>
        </p:nvPicPr>
        <p:blipFill>
          <a:blip r:embed="rId3"/>
          <a:stretch>
            <a:fillRect/>
          </a:stretch>
        </p:blipFill>
        <p:spPr>
          <a:xfrm>
            <a:off x="620316" y="1597769"/>
            <a:ext cx="240109" cy="300137"/>
          </a:xfrm>
          <a:prstGeom prst="rect">
            <a:avLst/>
          </a:prstGeom>
        </p:spPr>
      </p:pic>
      <p:sp>
        <p:nvSpPr>
          <p:cNvPr id="5" name="Text 2"/>
          <p:cNvSpPr/>
          <p:nvPr/>
        </p:nvSpPr>
        <p:spPr>
          <a:xfrm>
            <a:off x="1080493" y="1567756"/>
            <a:ext cx="2001143" cy="250131"/>
          </a:xfrm>
          <a:prstGeom prst="rect">
            <a:avLst/>
          </a:prstGeom>
          <a:noFill/>
          <a:ln/>
        </p:spPr>
        <p:txBody>
          <a:bodyPr wrap="none" lIns="0" tIns="0" rIns="0" bIns="0" rtlCol="0" anchor="t"/>
          <a:lstStyle/>
          <a:p>
            <a:pPr>
              <a:lnSpc>
                <a:spcPts val="1958"/>
              </a:lnSpc>
            </a:pPr>
            <a:r>
              <a:rPr lang="en-US" sz="1542" b="1">
                <a:solidFill>
                  <a:srgbClr val="2A2742"/>
                </a:solidFill>
                <a:latin typeface="Outfit Extra Bold" pitchFamily="34" charset="0"/>
                <a:ea typeface="Outfit Extra Bold" pitchFamily="34" charset="-122"/>
                <a:cs typeface="Outfit Extra Bold" pitchFamily="34" charset="-120"/>
              </a:rPr>
              <a:t>Compliance</a:t>
            </a:r>
            <a:endParaRPr lang="en-US" sz="1542"/>
          </a:p>
        </p:txBody>
      </p:sp>
      <p:sp>
        <p:nvSpPr>
          <p:cNvPr id="6" name="Text 3"/>
          <p:cNvSpPr/>
          <p:nvPr/>
        </p:nvSpPr>
        <p:spPr>
          <a:xfrm>
            <a:off x="1080493" y="1913930"/>
            <a:ext cx="3063578" cy="2049463"/>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Be aware of potential OFAC (Office of Foreign Assets Control) or ITAR (International Traffic in Arms Regulations) implications if data involves sanctioned entities or export-controlled information. Consult legal counsel to ensure compliance based on data specifics and user locations.</a:t>
            </a:r>
            <a:endParaRPr lang="en-US" sz="1250"/>
          </a:p>
        </p:txBody>
      </p:sp>
      <p:sp>
        <p:nvSpPr>
          <p:cNvPr id="7" name="Shape 4"/>
          <p:cNvSpPr/>
          <p:nvPr/>
        </p:nvSpPr>
        <p:spPr>
          <a:xfrm>
            <a:off x="4304110" y="1567756"/>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pic>
        <p:nvPicPr>
          <p:cNvPr id="8" name="Image 1" descr="preencoded.png"/>
          <p:cNvPicPr>
            <a:picLocks noChangeAspect="1"/>
          </p:cNvPicPr>
          <p:nvPr/>
        </p:nvPicPr>
        <p:blipFill>
          <a:blip r:embed="rId4"/>
          <a:stretch>
            <a:fillRect/>
          </a:stretch>
        </p:blipFill>
        <p:spPr>
          <a:xfrm>
            <a:off x="4364137" y="1597769"/>
            <a:ext cx="240109" cy="300137"/>
          </a:xfrm>
          <a:prstGeom prst="rect">
            <a:avLst/>
          </a:prstGeom>
        </p:spPr>
      </p:pic>
      <p:sp>
        <p:nvSpPr>
          <p:cNvPr id="9" name="Text 5"/>
          <p:cNvSpPr/>
          <p:nvPr/>
        </p:nvSpPr>
        <p:spPr>
          <a:xfrm>
            <a:off x="4824314" y="1567756"/>
            <a:ext cx="2001143" cy="250131"/>
          </a:xfrm>
          <a:prstGeom prst="rect">
            <a:avLst/>
          </a:prstGeom>
          <a:noFill/>
          <a:ln/>
        </p:spPr>
        <p:txBody>
          <a:bodyPr wrap="none" lIns="0" tIns="0" rIns="0" bIns="0" rtlCol="0" anchor="t"/>
          <a:lstStyle/>
          <a:p>
            <a:pPr>
              <a:lnSpc>
                <a:spcPts val="1958"/>
              </a:lnSpc>
            </a:pPr>
            <a:r>
              <a:rPr lang="en-US" sz="1542" b="1">
                <a:solidFill>
                  <a:srgbClr val="2A2742"/>
                </a:solidFill>
                <a:latin typeface="Outfit Extra Bold" pitchFamily="34" charset="0"/>
                <a:ea typeface="Outfit Extra Bold" pitchFamily="34" charset="-122"/>
                <a:cs typeface="Outfit Extra Bold" pitchFamily="34" charset="-120"/>
              </a:rPr>
              <a:t>Access Control</a:t>
            </a:r>
            <a:endParaRPr lang="en-US" sz="1542"/>
          </a:p>
        </p:txBody>
      </p:sp>
      <p:sp>
        <p:nvSpPr>
          <p:cNvPr id="10" name="Text 6"/>
          <p:cNvSpPr/>
          <p:nvPr/>
        </p:nvSpPr>
        <p:spPr>
          <a:xfrm>
            <a:off x="4824314" y="1913931"/>
            <a:ext cx="3063578" cy="1280914"/>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Implement strict, granular access controls (potentially leveraging graph DB labels or separate databases) to ensure only authorized personnel can access raw Flashpoint data or derivatives.</a:t>
            </a:r>
            <a:endParaRPr lang="en-US" sz="1250"/>
          </a:p>
        </p:txBody>
      </p:sp>
      <p:sp>
        <p:nvSpPr>
          <p:cNvPr id="11" name="Shape 7"/>
          <p:cNvSpPr/>
          <p:nvPr/>
        </p:nvSpPr>
        <p:spPr>
          <a:xfrm>
            <a:off x="8047931" y="1567756"/>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pic>
        <p:nvPicPr>
          <p:cNvPr id="12" name="Image 2" descr="preencoded.png"/>
          <p:cNvPicPr>
            <a:picLocks noChangeAspect="1"/>
          </p:cNvPicPr>
          <p:nvPr/>
        </p:nvPicPr>
        <p:blipFill>
          <a:blip r:embed="rId5"/>
          <a:stretch>
            <a:fillRect/>
          </a:stretch>
        </p:blipFill>
        <p:spPr>
          <a:xfrm>
            <a:off x="8107958" y="1597769"/>
            <a:ext cx="240109" cy="300137"/>
          </a:xfrm>
          <a:prstGeom prst="rect">
            <a:avLst/>
          </a:prstGeom>
        </p:spPr>
      </p:pic>
      <p:sp>
        <p:nvSpPr>
          <p:cNvPr id="13" name="Text 8"/>
          <p:cNvSpPr/>
          <p:nvPr/>
        </p:nvSpPr>
        <p:spPr>
          <a:xfrm>
            <a:off x="8568134" y="1567756"/>
            <a:ext cx="2001143" cy="250131"/>
          </a:xfrm>
          <a:prstGeom prst="rect">
            <a:avLst/>
          </a:prstGeom>
          <a:noFill/>
          <a:ln/>
        </p:spPr>
        <p:txBody>
          <a:bodyPr wrap="none" lIns="0" tIns="0" rIns="0" bIns="0" rtlCol="0" anchor="t"/>
          <a:lstStyle/>
          <a:p>
            <a:pPr>
              <a:lnSpc>
                <a:spcPts val="1958"/>
              </a:lnSpc>
            </a:pPr>
            <a:r>
              <a:rPr lang="en-US" sz="1542" b="1">
                <a:solidFill>
                  <a:srgbClr val="2A2742"/>
                </a:solidFill>
                <a:latin typeface="Outfit Extra Bold" pitchFamily="34" charset="0"/>
                <a:ea typeface="Outfit Extra Bold" pitchFamily="34" charset="-122"/>
                <a:cs typeface="Outfit Extra Bold" pitchFamily="34" charset="-120"/>
              </a:rPr>
              <a:t>Encryption</a:t>
            </a:r>
            <a:endParaRPr lang="en-US" sz="1542"/>
          </a:p>
        </p:txBody>
      </p:sp>
      <p:sp>
        <p:nvSpPr>
          <p:cNvPr id="14" name="Text 9"/>
          <p:cNvSpPr/>
          <p:nvPr/>
        </p:nvSpPr>
        <p:spPr>
          <a:xfrm>
            <a:off x="8568134" y="1913930"/>
            <a:ext cx="3063578" cy="1024732"/>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Encrypt sensitive data both at rest (storage) and in transit. Consider application-level encryption for particularly sensitive fields.</a:t>
            </a:r>
            <a:endParaRPr lang="en-US" sz="1250"/>
          </a:p>
        </p:txBody>
      </p:sp>
      <p:sp>
        <p:nvSpPr>
          <p:cNvPr id="15" name="Shape 10"/>
          <p:cNvSpPr/>
          <p:nvPr/>
        </p:nvSpPr>
        <p:spPr>
          <a:xfrm>
            <a:off x="560289" y="4303515"/>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pic>
        <p:nvPicPr>
          <p:cNvPr id="16" name="Image 3" descr="preencoded.png"/>
          <p:cNvPicPr>
            <a:picLocks noChangeAspect="1"/>
          </p:cNvPicPr>
          <p:nvPr/>
        </p:nvPicPr>
        <p:blipFill>
          <a:blip r:embed="rId6"/>
          <a:stretch>
            <a:fillRect/>
          </a:stretch>
        </p:blipFill>
        <p:spPr>
          <a:xfrm>
            <a:off x="620316" y="4333527"/>
            <a:ext cx="240109" cy="300137"/>
          </a:xfrm>
          <a:prstGeom prst="rect">
            <a:avLst/>
          </a:prstGeom>
        </p:spPr>
      </p:pic>
      <p:sp>
        <p:nvSpPr>
          <p:cNvPr id="17" name="Text 11"/>
          <p:cNvSpPr/>
          <p:nvPr/>
        </p:nvSpPr>
        <p:spPr>
          <a:xfrm>
            <a:off x="1080493" y="4303515"/>
            <a:ext cx="2001143" cy="250131"/>
          </a:xfrm>
          <a:prstGeom prst="rect">
            <a:avLst/>
          </a:prstGeom>
          <a:noFill/>
          <a:ln/>
        </p:spPr>
        <p:txBody>
          <a:bodyPr wrap="none" lIns="0" tIns="0" rIns="0" bIns="0" rtlCol="0" anchor="t"/>
          <a:lstStyle/>
          <a:p>
            <a:pPr>
              <a:lnSpc>
                <a:spcPts val="1958"/>
              </a:lnSpc>
            </a:pPr>
            <a:r>
              <a:rPr lang="en-US" sz="1542" b="1">
                <a:solidFill>
                  <a:srgbClr val="2A2742"/>
                </a:solidFill>
                <a:latin typeface="Outfit Extra Bold" pitchFamily="34" charset="0"/>
                <a:ea typeface="Outfit Extra Bold" pitchFamily="34" charset="-122"/>
                <a:cs typeface="Outfit Extra Bold" pitchFamily="34" charset="-120"/>
              </a:rPr>
              <a:t>Minimization</a:t>
            </a:r>
            <a:endParaRPr lang="en-US" sz="1542"/>
          </a:p>
        </p:txBody>
      </p:sp>
      <p:sp>
        <p:nvSpPr>
          <p:cNvPr id="18" name="Text 12"/>
          <p:cNvSpPr/>
          <p:nvPr/>
        </p:nvSpPr>
        <p:spPr>
          <a:xfrm>
            <a:off x="1080493" y="4649689"/>
            <a:ext cx="4935538" cy="512366"/>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Process and store only the minimum data necessary for the intended analysis. Avoid broad collection if possible.</a:t>
            </a:r>
            <a:endParaRPr lang="en-US" sz="1250"/>
          </a:p>
        </p:txBody>
      </p:sp>
      <p:sp>
        <p:nvSpPr>
          <p:cNvPr id="19" name="Shape 13"/>
          <p:cNvSpPr/>
          <p:nvPr/>
        </p:nvSpPr>
        <p:spPr>
          <a:xfrm>
            <a:off x="6176070" y="4303515"/>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sp>
        <p:nvSpPr>
          <p:cNvPr id="20" name="Text 14"/>
          <p:cNvSpPr/>
          <p:nvPr/>
        </p:nvSpPr>
        <p:spPr>
          <a:xfrm>
            <a:off x="6696274" y="4303515"/>
            <a:ext cx="2621161" cy="250131"/>
          </a:xfrm>
          <a:prstGeom prst="rect">
            <a:avLst/>
          </a:prstGeom>
          <a:noFill/>
          <a:ln/>
        </p:spPr>
        <p:txBody>
          <a:bodyPr wrap="none" lIns="0" tIns="0" rIns="0" bIns="0" rtlCol="0" anchor="t"/>
          <a:lstStyle/>
          <a:p>
            <a:pPr>
              <a:lnSpc>
                <a:spcPts val="1958"/>
              </a:lnSpc>
            </a:pPr>
            <a:r>
              <a:rPr lang="en-US" sz="1542" b="1">
                <a:solidFill>
                  <a:srgbClr val="2A2742"/>
                </a:solidFill>
                <a:latin typeface="Outfit Extra Bold" pitchFamily="34" charset="0"/>
                <a:ea typeface="Outfit Extra Bold" pitchFamily="34" charset="-122"/>
                <a:cs typeface="Outfit Extra Bold" pitchFamily="34" charset="-120"/>
              </a:rPr>
              <a:t>Sanitization/Anonymization</a:t>
            </a:r>
            <a:endParaRPr lang="en-US" sz="1542"/>
          </a:p>
        </p:txBody>
      </p:sp>
      <p:sp>
        <p:nvSpPr>
          <p:cNvPr id="21" name="Text 15"/>
          <p:cNvSpPr/>
          <p:nvPr/>
        </p:nvSpPr>
        <p:spPr>
          <a:xfrm>
            <a:off x="6696274" y="4649689"/>
            <a:ext cx="4935538" cy="512366"/>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Implement procedures to sanitize or anonymize data before it's used for broader analysis or LLM training, where feasible and appropriate.</a:t>
            </a:r>
            <a:endParaRPr lang="en-US" sz="1250"/>
          </a:p>
        </p:txBody>
      </p:sp>
      <p:sp>
        <p:nvSpPr>
          <p:cNvPr id="22" name="Text 16"/>
          <p:cNvSpPr/>
          <p:nvPr/>
        </p:nvSpPr>
        <p:spPr>
          <a:xfrm>
            <a:off x="560289" y="5342136"/>
            <a:ext cx="11071423" cy="512366"/>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Ingesting sensitive third-party data like Flashpoint (dark web intelligence) requires careful handling due to content sensitivity and potential compliance obligations.</a:t>
            </a:r>
            <a:endParaRPr lang="en-US" sz="1250"/>
          </a:p>
        </p:txBody>
      </p:sp>
      <p:sp>
        <p:nvSpPr>
          <p:cNvPr id="23" name="Text 17"/>
          <p:cNvSpPr/>
          <p:nvPr/>
        </p:nvSpPr>
        <p:spPr>
          <a:xfrm>
            <a:off x="560289" y="6034584"/>
            <a:ext cx="11071423" cy="256183"/>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Handling data like Flashpoint requires robust technical controls and strict adherence to legal and contractual obligations.</a:t>
            </a:r>
            <a:endParaRPr lang="en-US" sz="125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CBEA2-6E3F-ADEB-BE34-AA6EDB0DB8D9}"/>
              </a:ext>
            </a:extLst>
          </p:cNvPr>
          <p:cNvSpPr>
            <a:spLocks noGrp="1"/>
          </p:cNvSpPr>
          <p:nvPr>
            <p:ph type="title"/>
          </p:nvPr>
        </p:nvSpPr>
        <p:spPr/>
        <p:txBody>
          <a:bodyPr/>
          <a:lstStyle/>
          <a:p>
            <a:r>
              <a:rPr lang="en-US"/>
              <a:t>LLM Product Lifecycle</a:t>
            </a:r>
          </a:p>
        </p:txBody>
      </p:sp>
      <p:sp>
        <p:nvSpPr>
          <p:cNvPr id="3" name="Text Placeholder 2">
            <a:extLst>
              <a:ext uri="{FF2B5EF4-FFF2-40B4-BE49-F238E27FC236}">
                <a16:creationId xmlns:a16="http://schemas.microsoft.com/office/drawing/2014/main" id="{130B5C23-C452-F549-294A-C8F374C76C2A}"/>
              </a:ext>
            </a:extLst>
          </p:cNvPr>
          <p:cNvSpPr>
            <a:spLocks noGrp="1"/>
          </p:cNvSpPr>
          <p:nvPr>
            <p:ph type="body" idx="1"/>
          </p:nvPr>
        </p:nvSpPr>
        <p:spPr/>
        <p:txBody>
          <a:bodyPr/>
          <a:lstStyle/>
          <a:p>
            <a:r>
              <a:rPr lang="en-US"/>
              <a:t>Methodology: Build, Evaluate, Test, Deploy, Iterate</a:t>
            </a:r>
          </a:p>
        </p:txBody>
      </p:sp>
    </p:spTree>
    <p:extLst>
      <p:ext uri="{BB962C8B-B14F-4D97-AF65-F5344CB8AC3E}">
        <p14:creationId xmlns:p14="http://schemas.microsoft.com/office/powerpoint/2010/main" val="4126844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854969"/>
            <a:ext cx="8066683" cy="590649"/>
          </a:xfrm>
          <a:prstGeom prst="rect">
            <a:avLst/>
          </a:prstGeom>
          <a:noFill/>
          <a:ln/>
        </p:spPr>
        <p:txBody>
          <a:bodyPr wrap="none" lIns="0" tIns="0" rIns="0" bIns="0" rtlCol="0" anchor="t"/>
          <a:lstStyle/>
          <a:p>
            <a:pPr>
              <a:lnSpc>
                <a:spcPts val="4625"/>
              </a:lnSpc>
            </a:pPr>
            <a:r>
              <a:rPr lang="en-US" sz="3708" b="1">
                <a:solidFill>
                  <a:srgbClr val="231971"/>
                </a:solidFill>
                <a:latin typeface="Outfit Extra Bold" pitchFamily="34" charset="0"/>
                <a:ea typeface="Outfit Extra Bold" pitchFamily="34" charset="-122"/>
                <a:cs typeface="Outfit Extra Bold" pitchFamily="34" charset="-120"/>
              </a:rPr>
              <a:t>Data Ingestion Architecture Analysis</a:t>
            </a:r>
            <a:endParaRPr lang="en-US" sz="3708"/>
          </a:p>
        </p:txBody>
      </p:sp>
      <p:pic>
        <p:nvPicPr>
          <p:cNvPr id="3" name="Image 0" descr="preencoded.png"/>
          <p:cNvPicPr>
            <a:picLocks noChangeAspect="1"/>
          </p:cNvPicPr>
          <p:nvPr/>
        </p:nvPicPr>
        <p:blipFill>
          <a:blip r:embed="rId3"/>
          <a:stretch>
            <a:fillRect/>
          </a:stretch>
        </p:blipFill>
        <p:spPr>
          <a:xfrm>
            <a:off x="2481957" y="1823641"/>
            <a:ext cx="1793379" cy="1089124"/>
          </a:xfrm>
          <a:prstGeom prst="rect">
            <a:avLst/>
          </a:prstGeom>
        </p:spPr>
      </p:pic>
      <p:pic>
        <p:nvPicPr>
          <p:cNvPr id="4" name="Image 1" descr="preencoded.png"/>
          <p:cNvPicPr>
            <a:picLocks noChangeAspect="1"/>
          </p:cNvPicPr>
          <p:nvPr/>
        </p:nvPicPr>
        <p:blipFill>
          <a:blip r:embed="rId4"/>
          <a:stretch>
            <a:fillRect/>
          </a:stretch>
        </p:blipFill>
        <p:spPr>
          <a:xfrm>
            <a:off x="3245743" y="2336999"/>
            <a:ext cx="265807" cy="332184"/>
          </a:xfrm>
          <a:prstGeom prst="rect">
            <a:avLst/>
          </a:prstGeom>
        </p:spPr>
      </p:pic>
      <p:sp>
        <p:nvSpPr>
          <p:cNvPr id="5" name="Text 1"/>
          <p:cNvSpPr/>
          <p:nvPr/>
        </p:nvSpPr>
        <p:spPr>
          <a:xfrm>
            <a:off x="4464348" y="2012653"/>
            <a:ext cx="2804914"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Reliable Data Foundation</a:t>
            </a:r>
            <a:endParaRPr lang="en-US" sz="1833"/>
          </a:p>
        </p:txBody>
      </p:sp>
      <p:sp>
        <p:nvSpPr>
          <p:cNvPr id="6" name="Text 2"/>
          <p:cNvSpPr/>
          <p:nvPr/>
        </p:nvSpPr>
        <p:spPr>
          <a:xfrm>
            <a:off x="4464348" y="2421335"/>
            <a:ext cx="3724374"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The foundation for effective security analysis</a:t>
            </a:r>
            <a:endParaRPr lang="en-US" sz="1458"/>
          </a:p>
        </p:txBody>
      </p:sp>
      <p:sp>
        <p:nvSpPr>
          <p:cNvPr id="7" name="Shape 3"/>
          <p:cNvSpPr/>
          <p:nvPr/>
        </p:nvSpPr>
        <p:spPr>
          <a:xfrm>
            <a:off x="4322564" y="2923679"/>
            <a:ext cx="7160717" cy="12700"/>
          </a:xfrm>
          <a:prstGeom prst="roundRect">
            <a:avLst>
              <a:gd name="adj" fmla="val 625116"/>
            </a:avLst>
          </a:prstGeom>
          <a:solidFill>
            <a:srgbClr val="BDB8DF"/>
          </a:solidFill>
          <a:ln/>
        </p:spPr>
        <p:txBody>
          <a:bodyPr/>
          <a:lstStyle/>
          <a:p>
            <a:endParaRPr lang="en-CA" sz="1500"/>
          </a:p>
        </p:txBody>
      </p:sp>
      <p:pic>
        <p:nvPicPr>
          <p:cNvPr id="8" name="Image 2" descr="preencoded.png"/>
          <p:cNvPicPr>
            <a:picLocks noChangeAspect="1"/>
          </p:cNvPicPr>
          <p:nvPr/>
        </p:nvPicPr>
        <p:blipFill>
          <a:blip r:embed="rId5"/>
          <a:stretch>
            <a:fillRect/>
          </a:stretch>
        </p:blipFill>
        <p:spPr>
          <a:xfrm>
            <a:off x="1585318" y="2959994"/>
            <a:ext cx="3586758" cy="1089124"/>
          </a:xfrm>
          <a:prstGeom prst="rect">
            <a:avLst/>
          </a:prstGeom>
        </p:spPr>
      </p:pic>
      <p:pic>
        <p:nvPicPr>
          <p:cNvPr id="9" name="Image 3" descr="preencoded.png"/>
          <p:cNvPicPr>
            <a:picLocks noChangeAspect="1"/>
          </p:cNvPicPr>
          <p:nvPr/>
        </p:nvPicPr>
        <p:blipFill>
          <a:blip r:embed="rId6"/>
          <a:stretch>
            <a:fillRect/>
          </a:stretch>
        </p:blipFill>
        <p:spPr>
          <a:xfrm>
            <a:off x="3245743" y="3338414"/>
            <a:ext cx="265807" cy="332184"/>
          </a:xfrm>
          <a:prstGeom prst="rect">
            <a:avLst/>
          </a:prstGeom>
        </p:spPr>
      </p:pic>
      <p:sp>
        <p:nvSpPr>
          <p:cNvPr id="10" name="Text 4"/>
          <p:cNvSpPr/>
          <p:nvPr/>
        </p:nvSpPr>
        <p:spPr>
          <a:xfrm>
            <a:off x="5361087" y="3149005"/>
            <a:ext cx="2525316"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Normalized Processing</a:t>
            </a:r>
            <a:endParaRPr lang="en-US" sz="1833"/>
          </a:p>
        </p:txBody>
      </p:sp>
      <p:sp>
        <p:nvSpPr>
          <p:cNvPr id="11" name="Text 5"/>
          <p:cNvSpPr/>
          <p:nvPr/>
        </p:nvSpPr>
        <p:spPr>
          <a:xfrm>
            <a:off x="5361087" y="3557687"/>
            <a:ext cx="3675360"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Consistent handling of diverse data streams</a:t>
            </a:r>
            <a:endParaRPr lang="en-US" sz="1458"/>
          </a:p>
        </p:txBody>
      </p:sp>
      <p:sp>
        <p:nvSpPr>
          <p:cNvPr id="12" name="Shape 6"/>
          <p:cNvSpPr/>
          <p:nvPr/>
        </p:nvSpPr>
        <p:spPr>
          <a:xfrm>
            <a:off x="5219304" y="4060032"/>
            <a:ext cx="6263978" cy="12700"/>
          </a:xfrm>
          <a:prstGeom prst="roundRect">
            <a:avLst>
              <a:gd name="adj" fmla="val 625116"/>
            </a:avLst>
          </a:prstGeom>
          <a:solidFill>
            <a:srgbClr val="BDB8DF"/>
          </a:solidFill>
          <a:ln/>
        </p:spPr>
        <p:txBody>
          <a:bodyPr/>
          <a:lstStyle/>
          <a:p>
            <a:endParaRPr lang="en-CA" sz="1500"/>
          </a:p>
        </p:txBody>
      </p:sp>
      <p:pic>
        <p:nvPicPr>
          <p:cNvPr id="13" name="Image 4" descr="preencoded.png"/>
          <p:cNvPicPr>
            <a:picLocks noChangeAspect="1"/>
          </p:cNvPicPr>
          <p:nvPr/>
        </p:nvPicPr>
        <p:blipFill>
          <a:blip r:embed="rId7"/>
          <a:stretch>
            <a:fillRect/>
          </a:stretch>
        </p:blipFill>
        <p:spPr>
          <a:xfrm>
            <a:off x="688578" y="4096346"/>
            <a:ext cx="5380137" cy="1089124"/>
          </a:xfrm>
          <a:prstGeom prst="rect">
            <a:avLst/>
          </a:prstGeom>
        </p:spPr>
      </p:pic>
      <p:pic>
        <p:nvPicPr>
          <p:cNvPr id="14" name="Image 5" descr="preencoded.png"/>
          <p:cNvPicPr>
            <a:picLocks noChangeAspect="1"/>
          </p:cNvPicPr>
          <p:nvPr/>
        </p:nvPicPr>
        <p:blipFill>
          <a:blip r:embed="rId8"/>
          <a:stretch>
            <a:fillRect/>
          </a:stretch>
        </p:blipFill>
        <p:spPr>
          <a:xfrm>
            <a:off x="3245644" y="4474766"/>
            <a:ext cx="265807" cy="332184"/>
          </a:xfrm>
          <a:prstGeom prst="rect">
            <a:avLst/>
          </a:prstGeom>
        </p:spPr>
      </p:pic>
      <p:sp>
        <p:nvSpPr>
          <p:cNvPr id="15" name="Text 7"/>
          <p:cNvSpPr/>
          <p:nvPr/>
        </p:nvSpPr>
        <p:spPr>
          <a:xfrm>
            <a:off x="6257727" y="4285357"/>
            <a:ext cx="2376785"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Scalable Architecture</a:t>
            </a:r>
            <a:endParaRPr lang="en-US" sz="1833"/>
          </a:p>
        </p:txBody>
      </p:sp>
      <p:sp>
        <p:nvSpPr>
          <p:cNvPr id="16" name="Text 8"/>
          <p:cNvSpPr/>
          <p:nvPr/>
        </p:nvSpPr>
        <p:spPr>
          <a:xfrm>
            <a:off x="6257727" y="4694040"/>
            <a:ext cx="4389636"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Designed to handle high volumes at enterprise scale</a:t>
            </a:r>
            <a:endParaRPr lang="en-US" sz="1458"/>
          </a:p>
        </p:txBody>
      </p:sp>
      <p:sp>
        <p:nvSpPr>
          <p:cNvPr id="17" name="Text 9"/>
          <p:cNvSpPr/>
          <p:nvPr/>
        </p:nvSpPr>
        <p:spPr>
          <a:xfrm>
            <a:off x="661492" y="5398095"/>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The foundation of an effective environmental-context aware cybersecurity platform lies in its ability to reliably ingest, normalize, and process diverse data streams at scale. This section evaluates key architectural choices for the data ingestion pipeline.</a:t>
            </a:r>
            <a:endParaRPr lang="en-US" sz="1458"/>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9ED13C-7F8D-0CAB-5D51-E9C17DD2691B}"/>
              </a:ext>
            </a:extLst>
          </p:cNvPr>
          <p:cNvPicPr>
            <a:picLocks noChangeAspect="1"/>
          </p:cNvPicPr>
          <p:nvPr/>
        </p:nvPicPr>
        <p:blipFill>
          <a:blip r:embed="rId2"/>
          <a:stretch>
            <a:fillRect/>
          </a:stretch>
        </p:blipFill>
        <p:spPr>
          <a:xfrm>
            <a:off x="1789471" y="170588"/>
            <a:ext cx="9953617" cy="6516824"/>
          </a:xfrm>
          <a:prstGeom prst="rect">
            <a:avLst/>
          </a:prstGeom>
        </p:spPr>
      </p:pic>
      <p:sp>
        <p:nvSpPr>
          <p:cNvPr id="3" name="TextBox 2">
            <a:extLst>
              <a:ext uri="{FF2B5EF4-FFF2-40B4-BE49-F238E27FC236}">
                <a16:creationId xmlns:a16="http://schemas.microsoft.com/office/drawing/2014/main" id="{B2C642B5-59F3-5217-B9C9-4AF117FC0869}"/>
              </a:ext>
            </a:extLst>
          </p:cNvPr>
          <p:cNvSpPr txBox="1"/>
          <p:nvPr/>
        </p:nvSpPr>
        <p:spPr>
          <a:xfrm>
            <a:off x="196646" y="2015613"/>
            <a:ext cx="1504335" cy="1569660"/>
          </a:xfrm>
          <a:prstGeom prst="rect">
            <a:avLst/>
          </a:prstGeom>
          <a:noFill/>
        </p:spPr>
        <p:txBody>
          <a:bodyPr wrap="square" rtlCol="0">
            <a:spAutoFit/>
          </a:bodyPr>
          <a:lstStyle/>
          <a:p>
            <a:pPr algn="ctr"/>
            <a:r>
              <a:rPr lang="en-US" sz="1600" i="1"/>
              <a:t>Finetuning strategy to be aligned with optimal compute requirements</a:t>
            </a:r>
          </a:p>
        </p:txBody>
      </p:sp>
    </p:spTree>
    <p:extLst>
      <p:ext uri="{BB962C8B-B14F-4D97-AF65-F5344CB8AC3E}">
        <p14:creationId xmlns:p14="http://schemas.microsoft.com/office/powerpoint/2010/main" val="17813670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95C4C9-8DB0-94AE-0FA5-E1C7BE0171EF}"/>
              </a:ext>
            </a:extLst>
          </p:cNvPr>
          <p:cNvPicPr>
            <a:picLocks noChangeAspect="1"/>
          </p:cNvPicPr>
          <p:nvPr/>
        </p:nvPicPr>
        <p:blipFill>
          <a:blip r:embed="rId2"/>
          <a:stretch>
            <a:fillRect/>
          </a:stretch>
        </p:blipFill>
        <p:spPr>
          <a:xfrm>
            <a:off x="258501" y="208345"/>
            <a:ext cx="11152250" cy="6273139"/>
          </a:xfrm>
          <a:prstGeom prst="rect">
            <a:avLst/>
          </a:prstGeom>
        </p:spPr>
      </p:pic>
    </p:spTree>
    <p:extLst>
      <p:ext uri="{BB962C8B-B14F-4D97-AF65-F5344CB8AC3E}">
        <p14:creationId xmlns:p14="http://schemas.microsoft.com/office/powerpoint/2010/main" val="12004735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854969"/>
            <a:ext cx="6443266" cy="590649"/>
          </a:xfrm>
          <a:prstGeom prst="rect">
            <a:avLst/>
          </a:prstGeom>
          <a:noFill/>
          <a:ln/>
        </p:spPr>
        <p:txBody>
          <a:bodyPr wrap="none" lIns="0" tIns="0" rIns="0" bIns="0" rtlCol="0" anchor="t"/>
          <a:lstStyle/>
          <a:p>
            <a:pPr>
              <a:lnSpc>
                <a:spcPts val="4625"/>
              </a:lnSpc>
            </a:pPr>
            <a:r>
              <a:rPr lang="en-US" sz="3708" b="1">
                <a:solidFill>
                  <a:srgbClr val="231971"/>
                </a:solidFill>
                <a:latin typeface="Outfit Extra Bold" pitchFamily="34" charset="0"/>
                <a:ea typeface="Outfit Extra Bold" pitchFamily="34" charset="-122"/>
                <a:cs typeface="Outfit Extra Bold" pitchFamily="34" charset="-120"/>
              </a:rPr>
              <a:t>Benchmark &amp; KPI Framework</a:t>
            </a:r>
            <a:endParaRPr lang="en-US" sz="3708"/>
          </a:p>
        </p:txBody>
      </p:sp>
      <p:pic>
        <p:nvPicPr>
          <p:cNvPr id="3" name="Image 0" descr="preencoded.png"/>
          <p:cNvPicPr>
            <a:picLocks noChangeAspect="1"/>
          </p:cNvPicPr>
          <p:nvPr/>
        </p:nvPicPr>
        <p:blipFill>
          <a:blip r:embed="rId3"/>
          <a:stretch>
            <a:fillRect/>
          </a:stretch>
        </p:blipFill>
        <p:spPr>
          <a:xfrm>
            <a:off x="2481957" y="1823641"/>
            <a:ext cx="1793379" cy="1089124"/>
          </a:xfrm>
          <a:prstGeom prst="rect">
            <a:avLst/>
          </a:prstGeom>
        </p:spPr>
      </p:pic>
      <p:pic>
        <p:nvPicPr>
          <p:cNvPr id="4" name="Image 1" descr="preencoded.png"/>
          <p:cNvPicPr>
            <a:picLocks noChangeAspect="1"/>
          </p:cNvPicPr>
          <p:nvPr/>
        </p:nvPicPr>
        <p:blipFill>
          <a:blip r:embed="rId4"/>
          <a:stretch>
            <a:fillRect/>
          </a:stretch>
        </p:blipFill>
        <p:spPr>
          <a:xfrm>
            <a:off x="3245743" y="2336999"/>
            <a:ext cx="265807" cy="332184"/>
          </a:xfrm>
          <a:prstGeom prst="rect">
            <a:avLst/>
          </a:prstGeom>
        </p:spPr>
      </p:pic>
      <p:sp>
        <p:nvSpPr>
          <p:cNvPr id="5" name="Text 1"/>
          <p:cNvSpPr/>
          <p:nvPr/>
        </p:nvSpPr>
        <p:spPr>
          <a:xfrm>
            <a:off x="4464347" y="2012653"/>
            <a:ext cx="2450902"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Technical Benchmarks</a:t>
            </a:r>
            <a:endParaRPr lang="en-US" sz="1833"/>
          </a:p>
        </p:txBody>
      </p:sp>
      <p:sp>
        <p:nvSpPr>
          <p:cNvPr id="6" name="Text 2"/>
          <p:cNvSpPr/>
          <p:nvPr/>
        </p:nvSpPr>
        <p:spPr>
          <a:xfrm>
            <a:off x="4464347" y="2421335"/>
            <a:ext cx="2450902"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Model capability assessment</a:t>
            </a:r>
            <a:endParaRPr lang="en-US" sz="1458"/>
          </a:p>
        </p:txBody>
      </p:sp>
      <p:sp>
        <p:nvSpPr>
          <p:cNvPr id="7" name="Shape 3"/>
          <p:cNvSpPr/>
          <p:nvPr/>
        </p:nvSpPr>
        <p:spPr>
          <a:xfrm>
            <a:off x="4322564" y="2923679"/>
            <a:ext cx="7160717" cy="12700"/>
          </a:xfrm>
          <a:prstGeom prst="roundRect">
            <a:avLst>
              <a:gd name="adj" fmla="val 625116"/>
            </a:avLst>
          </a:prstGeom>
          <a:solidFill>
            <a:srgbClr val="BDB8DF"/>
          </a:solidFill>
          <a:ln/>
        </p:spPr>
        <p:txBody>
          <a:bodyPr/>
          <a:lstStyle/>
          <a:p>
            <a:endParaRPr lang="en-CA" sz="1500"/>
          </a:p>
        </p:txBody>
      </p:sp>
      <p:pic>
        <p:nvPicPr>
          <p:cNvPr id="8" name="Image 2" descr="preencoded.png"/>
          <p:cNvPicPr>
            <a:picLocks noChangeAspect="1"/>
          </p:cNvPicPr>
          <p:nvPr/>
        </p:nvPicPr>
        <p:blipFill>
          <a:blip r:embed="rId5"/>
          <a:stretch>
            <a:fillRect/>
          </a:stretch>
        </p:blipFill>
        <p:spPr>
          <a:xfrm>
            <a:off x="1585318" y="2959994"/>
            <a:ext cx="3586758" cy="1089124"/>
          </a:xfrm>
          <a:prstGeom prst="rect">
            <a:avLst/>
          </a:prstGeom>
        </p:spPr>
      </p:pic>
      <p:pic>
        <p:nvPicPr>
          <p:cNvPr id="9" name="Image 3" descr="preencoded.png"/>
          <p:cNvPicPr>
            <a:picLocks noChangeAspect="1"/>
          </p:cNvPicPr>
          <p:nvPr/>
        </p:nvPicPr>
        <p:blipFill>
          <a:blip r:embed="rId6"/>
          <a:stretch>
            <a:fillRect/>
          </a:stretch>
        </p:blipFill>
        <p:spPr>
          <a:xfrm>
            <a:off x="3245743" y="3338414"/>
            <a:ext cx="265807" cy="332184"/>
          </a:xfrm>
          <a:prstGeom prst="rect">
            <a:avLst/>
          </a:prstGeom>
        </p:spPr>
      </p:pic>
      <p:sp>
        <p:nvSpPr>
          <p:cNvPr id="10" name="Text 4"/>
          <p:cNvSpPr/>
          <p:nvPr/>
        </p:nvSpPr>
        <p:spPr>
          <a:xfrm>
            <a:off x="5361087" y="3149005"/>
            <a:ext cx="2362696"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Operational KPIs</a:t>
            </a:r>
            <a:endParaRPr lang="en-US" sz="1833"/>
          </a:p>
        </p:txBody>
      </p:sp>
      <p:sp>
        <p:nvSpPr>
          <p:cNvPr id="11" name="Text 5"/>
          <p:cNvSpPr/>
          <p:nvPr/>
        </p:nvSpPr>
        <p:spPr>
          <a:xfrm>
            <a:off x="5361087" y="3557687"/>
            <a:ext cx="2677120"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Real-world performance metrics</a:t>
            </a:r>
            <a:endParaRPr lang="en-US" sz="1458"/>
          </a:p>
        </p:txBody>
      </p:sp>
      <p:sp>
        <p:nvSpPr>
          <p:cNvPr id="12" name="Shape 6"/>
          <p:cNvSpPr/>
          <p:nvPr/>
        </p:nvSpPr>
        <p:spPr>
          <a:xfrm>
            <a:off x="5219304" y="4060032"/>
            <a:ext cx="6263978" cy="12700"/>
          </a:xfrm>
          <a:prstGeom prst="roundRect">
            <a:avLst>
              <a:gd name="adj" fmla="val 625116"/>
            </a:avLst>
          </a:prstGeom>
          <a:solidFill>
            <a:srgbClr val="BDB8DF"/>
          </a:solidFill>
          <a:ln/>
        </p:spPr>
        <p:txBody>
          <a:bodyPr/>
          <a:lstStyle/>
          <a:p>
            <a:endParaRPr lang="en-CA" sz="1500"/>
          </a:p>
        </p:txBody>
      </p:sp>
      <p:pic>
        <p:nvPicPr>
          <p:cNvPr id="13" name="Image 4" descr="preencoded.png"/>
          <p:cNvPicPr>
            <a:picLocks noChangeAspect="1"/>
          </p:cNvPicPr>
          <p:nvPr/>
        </p:nvPicPr>
        <p:blipFill>
          <a:blip r:embed="rId7"/>
          <a:stretch>
            <a:fillRect/>
          </a:stretch>
        </p:blipFill>
        <p:spPr>
          <a:xfrm>
            <a:off x="688578" y="4096346"/>
            <a:ext cx="5380137" cy="1089124"/>
          </a:xfrm>
          <a:prstGeom prst="rect">
            <a:avLst/>
          </a:prstGeom>
        </p:spPr>
      </p:pic>
      <p:pic>
        <p:nvPicPr>
          <p:cNvPr id="14" name="Image 5" descr="preencoded.png"/>
          <p:cNvPicPr>
            <a:picLocks noChangeAspect="1"/>
          </p:cNvPicPr>
          <p:nvPr/>
        </p:nvPicPr>
        <p:blipFill>
          <a:blip r:embed="rId8"/>
          <a:stretch>
            <a:fillRect/>
          </a:stretch>
        </p:blipFill>
        <p:spPr>
          <a:xfrm>
            <a:off x="3245644" y="4474766"/>
            <a:ext cx="265807" cy="332184"/>
          </a:xfrm>
          <a:prstGeom prst="rect">
            <a:avLst/>
          </a:prstGeom>
        </p:spPr>
      </p:pic>
      <p:sp>
        <p:nvSpPr>
          <p:cNvPr id="15" name="Text 7"/>
          <p:cNvSpPr/>
          <p:nvPr/>
        </p:nvSpPr>
        <p:spPr>
          <a:xfrm>
            <a:off x="6257727" y="4285357"/>
            <a:ext cx="2478583"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Continuous Evaluation</a:t>
            </a:r>
            <a:endParaRPr lang="en-US" sz="1833"/>
          </a:p>
        </p:txBody>
      </p:sp>
      <p:sp>
        <p:nvSpPr>
          <p:cNvPr id="16" name="Text 8"/>
          <p:cNvSpPr/>
          <p:nvPr/>
        </p:nvSpPr>
        <p:spPr>
          <a:xfrm>
            <a:off x="6257727" y="4694040"/>
            <a:ext cx="2541191"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Ongoing performance tracking</a:t>
            </a:r>
            <a:endParaRPr lang="en-US" sz="1458"/>
          </a:p>
        </p:txBody>
      </p:sp>
      <p:sp>
        <p:nvSpPr>
          <p:cNvPr id="17" name="Text 9"/>
          <p:cNvSpPr/>
          <p:nvPr/>
        </p:nvSpPr>
        <p:spPr>
          <a:xfrm>
            <a:off x="661492" y="5398095"/>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A robust framework for benchmarking model performance and measuring Key Performance Indicators (KPIs) is essential to evaluate success, guide improvements, and demonstrate value.</a:t>
            </a:r>
            <a:endParaRPr lang="en-US" sz="1458"/>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92051"/>
            <a:ext cx="8559899" cy="590649"/>
          </a:xfrm>
          <a:prstGeom prst="rect">
            <a:avLst/>
          </a:prstGeom>
          <a:noFill/>
          <a:ln/>
        </p:spPr>
        <p:txBody>
          <a:bodyPr wrap="none" lIns="0" tIns="0" rIns="0" bIns="0" rtlCol="0" anchor="t"/>
          <a:lstStyle/>
          <a:p>
            <a:pPr>
              <a:lnSpc>
                <a:spcPts val="4625"/>
              </a:lnSpc>
            </a:pPr>
            <a:r>
              <a:rPr lang="en-US" sz="3708" b="1">
                <a:solidFill>
                  <a:srgbClr val="231971"/>
                </a:solidFill>
                <a:latin typeface="Outfit Extra Bold" pitchFamily="34" charset="0"/>
                <a:ea typeface="Outfit Extra Bold" pitchFamily="34" charset="-122"/>
                <a:cs typeface="Outfit Extra Bold" pitchFamily="34" charset="-120"/>
              </a:rPr>
              <a:t>Mapping CTI-Bench Tasks to Use Cases</a:t>
            </a:r>
            <a:endParaRPr lang="en-US" sz="3708"/>
          </a:p>
        </p:txBody>
      </p:sp>
      <p:sp>
        <p:nvSpPr>
          <p:cNvPr id="3" name="Text 1"/>
          <p:cNvSpPr/>
          <p:nvPr/>
        </p:nvSpPr>
        <p:spPr>
          <a:xfrm>
            <a:off x="661492" y="1755180"/>
            <a:ext cx="2362696" cy="295275"/>
          </a:xfrm>
          <a:prstGeom prst="rect">
            <a:avLst/>
          </a:prstGeom>
          <a:noFill/>
          <a:ln/>
        </p:spPr>
        <p:txBody>
          <a:bodyPr wrap="none" lIns="0" tIns="0" rIns="0" bIns="0" rtlCol="0" anchor="t"/>
          <a:lstStyle/>
          <a:p>
            <a:pPr>
              <a:lnSpc>
                <a:spcPts val="2292"/>
              </a:lnSpc>
            </a:pPr>
            <a:r>
              <a:rPr lang="en-US" sz="1833" b="1">
                <a:solidFill>
                  <a:srgbClr val="231971"/>
                </a:solidFill>
                <a:latin typeface="Outfit Extra Bold" pitchFamily="34" charset="0"/>
                <a:ea typeface="Outfit Extra Bold" pitchFamily="34" charset="-122"/>
                <a:cs typeface="Outfit Extra Bold" pitchFamily="34" charset="-120"/>
              </a:rPr>
              <a:t>Use Cases</a:t>
            </a:r>
            <a:endParaRPr lang="en-US" sz="1833"/>
          </a:p>
        </p:txBody>
      </p:sp>
      <p:sp>
        <p:nvSpPr>
          <p:cNvPr id="4" name="Text 2"/>
          <p:cNvSpPr/>
          <p:nvPr/>
        </p:nvSpPr>
        <p:spPr>
          <a:xfrm>
            <a:off x="661492" y="2239467"/>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Summarize incoming threat reports</a:t>
            </a:r>
            <a:endParaRPr lang="en-US" sz="1458"/>
          </a:p>
        </p:txBody>
      </p:sp>
      <p:sp>
        <p:nvSpPr>
          <p:cNvPr id="5" name="Text 3"/>
          <p:cNvSpPr/>
          <p:nvPr/>
        </p:nvSpPr>
        <p:spPr>
          <a:xfrm>
            <a:off x="661492" y="2607966"/>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Extract IOCs from alerts/reports</a:t>
            </a:r>
            <a:endParaRPr lang="en-US" sz="1458"/>
          </a:p>
        </p:txBody>
      </p:sp>
      <p:sp>
        <p:nvSpPr>
          <p:cNvPr id="6" name="Text 4"/>
          <p:cNvSpPr/>
          <p:nvPr/>
        </p:nvSpPr>
        <p:spPr>
          <a:xfrm>
            <a:off x="661492" y="29764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Identify ATT&amp;CK techniques used</a:t>
            </a:r>
            <a:endParaRPr lang="en-US" sz="1458"/>
          </a:p>
        </p:txBody>
      </p:sp>
      <p:sp>
        <p:nvSpPr>
          <p:cNvPr id="7" name="Text 5"/>
          <p:cNvSpPr/>
          <p:nvPr/>
        </p:nvSpPr>
        <p:spPr>
          <a:xfrm>
            <a:off x="661492" y="33449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Answer analyst questions about threats</a:t>
            </a:r>
            <a:endParaRPr lang="en-US" sz="1458"/>
          </a:p>
        </p:txBody>
      </p:sp>
      <p:sp>
        <p:nvSpPr>
          <p:cNvPr id="8" name="Text 6"/>
          <p:cNvSpPr/>
          <p:nvPr/>
        </p:nvSpPr>
        <p:spPr>
          <a:xfrm>
            <a:off x="6332935" y="1755180"/>
            <a:ext cx="2362696" cy="295275"/>
          </a:xfrm>
          <a:prstGeom prst="rect">
            <a:avLst/>
          </a:prstGeom>
          <a:noFill/>
          <a:ln/>
        </p:spPr>
        <p:txBody>
          <a:bodyPr wrap="none" lIns="0" tIns="0" rIns="0" bIns="0" rtlCol="0" anchor="t"/>
          <a:lstStyle/>
          <a:p>
            <a:pPr>
              <a:lnSpc>
                <a:spcPts val="2292"/>
              </a:lnSpc>
            </a:pPr>
            <a:r>
              <a:rPr lang="en-US" sz="1833" b="1">
                <a:solidFill>
                  <a:srgbClr val="231971"/>
                </a:solidFill>
                <a:latin typeface="Outfit Extra Bold" pitchFamily="34" charset="0"/>
                <a:ea typeface="Outfit Extra Bold" pitchFamily="34" charset="-122"/>
                <a:cs typeface="Outfit Extra Bold" pitchFamily="34" charset="-120"/>
              </a:rPr>
              <a:t>CTI-Bench Tasks</a:t>
            </a:r>
            <a:endParaRPr lang="en-US" sz="1833"/>
          </a:p>
        </p:txBody>
      </p:sp>
      <p:sp>
        <p:nvSpPr>
          <p:cNvPr id="9" name="Text 7"/>
          <p:cNvSpPr/>
          <p:nvPr/>
        </p:nvSpPr>
        <p:spPr>
          <a:xfrm>
            <a:off x="6332935" y="2239467"/>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Report Summarization (ROUGE score)</a:t>
            </a:r>
            <a:endParaRPr lang="en-US" sz="1458"/>
          </a:p>
        </p:txBody>
      </p:sp>
      <p:sp>
        <p:nvSpPr>
          <p:cNvPr id="10" name="Text 8"/>
          <p:cNvSpPr/>
          <p:nvPr/>
        </p:nvSpPr>
        <p:spPr>
          <a:xfrm>
            <a:off x="6332935" y="2607966"/>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IOC Extraction (F1 score)</a:t>
            </a:r>
            <a:endParaRPr lang="en-US" sz="1458"/>
          </a:p>
        </p:txBody>
      </p:sp>
      <p:sp>
        <p:nvSpPr>
          <p:cNvPr id="11" name="Text 9"/>
          <p:cNvSpPr/>
          <p:nvPr/>
        </p:nvSpPr>
        <p:spPr>
          <a:xfrm>
            <a:off x="6332935" y="29764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TTP Identification (F1/Accuracy)</a:t>
            </a:r>
            <a:endParaRPr lang="en-US" sz="1458"/>
          </a:p>
        </p:txBody>
      </p:sp>
      <p:sp>
        <p:nvSpPr>
          <p:cNvPr id="12" name="Text 10"/>
          <p:cNvSpPr/>
          <p:nvPr/>
        </p:nvSpPr>
        <p:spPr>
          <a:xfrm>
            <a:off x="6332935" y="33449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Question Answering (Accuracy/F1)</a:t>
            </a:r>
            <a:endParaRPr lang="en-US" sz="1458"/>
          </a:p>
        </p:txBody>
      </p:sp>
      <p:sp>
        <p:nvSpPr>
          <p:cNvPr id="13" name="Text 11"/>
          <p:cNvSpPr/>
          <p:nvPr/>
        </p:nvSpPr>
        <p:spPr>
          <a:xfrm>
            <a:off x="661492" y="3926086"/>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The chosen benchmark suite (e.g., CTI-Bench) should contain tasks that directly map to the intended use cases of the LLM within the platform.</a:t>
            </a:r>
            <a:endParaRPr lang="en-US" sz="1458"/>
          </a:p>
        </p:txBody>
      </p:sp>
      <p:sp>
        <p:nvSpPr>
          <p:cNvPr id="14" name="Text 12"/>
          <p:cNvSpPr/>
          <p:nvPr/>
        </p:nvSpPr>
        <p:spPr>
          <a:xfrm>
            <a:off x="661492" y="4743549"/>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Define "good enough" performance thresholds (e.g., F1 &gt; 0.80 for IOC Extraction, Accuracy &gt; 0.75 for TTP Identification) based on operational requirements and baseline performance. These thresholds determine if a model version is suitable for deployment.</a:t>
            </a:r>
            <a:endParaRPr lang="en-US" sz="1458"/>
          </a:p>
        </p:txBody>
      </p:sp>
      <p:sp>
        <p:nvSpPr>
          <p:cNvPr id="15" name="Text 13"/>
          <p:cNvSpPr/>
          <p:nvPr/>
        </p:nvSpPr>
        <p:spPr>
          <a:xfrm>
            <a:off x="661492" y="5561013"/>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Ensure the benchmark covers the critical capabilities expected from the LLM in production. If existing benchmarks lack coverage for specific use cases, custom evaluation tasks may need to be developed.</a:t>
            </a:r>
            <a:endParaRPr lang="en-US" sz="1458"/>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4738" y="475258"/>
            <a:ext cx="9209882" cy="539948"/>
          </a:xfrm>
          <a:prstGeom prst="rect">
            <a:avLst/>
          </a:prstGeom>
          <a:noFill/>
          <a:ln/>
        </p:spPr>
        <p:txBody>
          <a:bodyPr wrap="none" lIns="0" tIns="0" rIns="0" bIns="0" rtlCol="0" anchor="t"/>
          <a:lstStyle/>
          <a:p>
            <a:pPr>
              <a:lnSpc>
                <a:spcPts val="4250"/>
              </a:lnSpc>
            </a:pPr>
            <a:r>
              <a:rPr lang="en-US" sz="3375" b="1">
                <a:solidFill>
                  <a:srgbClr val="231971"/>
                </a:solidFill>
                <a:latin typeface="Outfit Extra Bold" pitchFamily="34" charset="0"/>
                <a:ea typeface="Outfit Extra Bold" pitchFamily="34" charset="-122"/>
                <a:cs typeface="Outfit Extra Bold" pitchFamily="34" charset="-120"/>
              </a:rPr>
              <a:t>Simulating Environment-Grounded Questions</a:t>
            </a:r>
            <a:endParaRPr lang="en-US" sz="3375"/>
          </a:p>
        </p:txBody>
      </p:sp>
      <p:sp>
        <p:nvSpPr>
          <p:cNvPr id="3" name="Shape 1"/>
          <p:cNvSpPr/>
          <p:nvPr/>
        </p:nvSpPr>
        <p:spPr>
          <a:xfrm>
            <a:off x="604738" y="2138164"/>
            <a:ext cx="2551212" cy="172740"/>
          </a:xfrm>
          <a:prstGeom prst="roundRect">
            <a:avLst>
              <a:gd name="adj" fmla="val 42011"/>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604738" y="2570064"/>
            <a:ext cx="2551212" cy="539948"/>
          </a:xfrm>
          <a:prstGeom prst="rect">
            <a:avLst/>
          </a:prstGeom>
          <a:noFill/>
          <a:ln/>
        </p:spPr>
        <p:txBody>
          <a:bodyPr wrap="square" lIns="0" tIns="0" rIns="0" bIns="0" rtlCol="0" anchor="t"/>
          <a:lstStyle/>
          <a:p>
            <a:pPr>
              <a:lnSpc>
                <a:spcPts val="2125"/>
              </a:lnSpc>
            </a:pPr>
            <a:r>
              <a:rPr lang="en-US" sz="1667" b="1">
                <a:solidFill>
                  <a:srgbClr val="2A2742"/>
                </a:solidFill>
                <a:latin typeface="Outfit Extra Bold" pitchFamily="34" charset="0"/>
                <a:ea typeface="Outfit Extra Bold" pitchFamily="34" charset="-122"/>
                <a:cs typeface="Outfit Extra Bold" pitchFamily="34" charset="-120"/>
              </a:rPr>
              <a:t>Create Representative Data Snapshot</a:t>
            </a:r>
            <a:endParaRPr lang="en-US" sz="1667"/>
          </a:p>
        </p:txBody>
      </p:sp>
      <p:sp>
        <p:nvSpPr>
          <p:cNvPr id="5" name="Text 3"/>
          <p:cNvSpPr/>
          <p:nvPr/>
        </p:nvSpPr>
        <p:spPr>
          <a:xfrm>
            <a:off x="604738" y="3213596"/>
            <a:ext cx="2551212" cy="1105297"/>
          </a:xfrm>
          <a:prstGeom prst="rect">
            <a:avLst/>
          </a:prstGeom>
          <a:noFill/>
          <a:ln/>
        </p:spPr>
        <p:txBody>
          <a:bodyPr wrap="square" lIns="0" tIns="0" rIns="0" bIns="0" rtlCol="0" anchor="t"/>
          <a:lstStyle/>
          <a:p>
            <a:pPr>
              <a:lnSpc>
                <a:spcPts val="2167"/>
              </a:lnSpc>
            </a:pPr>
            <a:r>
              <a:rPr lang="en-US" sz="1333">
                <a:solidFill>
                  <a:srgbClr val="2A2742"/>
                </a:solidFill>
                <a:latin typeface="Arimo" pitchFamily="34" charset="0"/>
                <a:ea typeface="Arimo" pitchFamily="34" charset="-122"/>
                <a:cs typeface="Arimo" pitchFamily="34" charset="-120"/>
              </a:rPr>
              <a:t>Prepare a realistic sample of environmental data (logs, assets, alerts) that represents the production environment.</a:t>
            </a:r>
            <a:endParaRPr lang="en-US" sz="1333"/>
          </a:p>
        </p:txBody>
      </p:sp>
      <p:sp>
        <p:nvSpPr>
          <p:cNvPr id="6" name="Shape 4"/>
          <p:cNvSpPr/>
          <p:nvPr/>
        </p:nvSpPr>
        <p:spPr>
          <a:xfrm>
            <a:off x="3415110" y="1879005"/>
            <a:ext cx="2551311" cy="172740"/>
          </a:xfrm>
          <a:prstGeom prst="roundRect">
            <a:avLst>
              <a:gd name="adj" fmla="val 42011"/>
            </a:avLst>
          </a:prstGeom>
          <a:solidFill>
            <a:srgbClr val="E9E6FA"/>
          </a:solidFill>
          <a:ln w="7620">
            <a:solidFill>
              <a:srgbClr val="BDB8DF"/>
            </a:solidFill>
            <a:prstDash val="solid"/>
          </a:ln>
        </p:spPr>
        <p:txBody>
          <a:bodyPr/>
          <a:lstStyle/>
          <a:p>
            <a:endParaRPr lang="en-CA" sz="1500"/>
          </a:p>
        </p:txBody>
      </p:sp>
      <p:sp>
        <p:nvSpPr>
          <p:cNvPr id="7" name="Text 5"/>
          <p:cNvSpPr/>
          <p:nvPr/>
        </p:nvSpPr>
        <p:spPr>
          <a:xfrm>
            <a:off x="3415110" y="2310904"/>
            <a:ext cx="2551311" cy="539948"/>
          </a:xfrm>
          <a:prstGeom prst="rect">
            <a:avLst/>
          </a:prstGeom>
          <a:noFill/>
          <a:ln/>
        </p:spPr>
        <p:txBody>
          <a:bodyPr wrap="square" lIns="0" tIns="0" rIns="0" bIns="0" rtlCol="0" anchor="t"/>
          <a:lstStyle/>
          <a:p>
            <a:pPr>
              <a:lnSpc>
                <a:spcPts val="2125"/>
              </a:lnSpc>
            </a:pPr>
            <a:r>
              <a:rPr lang="en-US" sz="1667" b="1">
                <a:solidFill>
                  <a:srgbClr val="2A2742"/>
                </a:solidFill>
                <a:latin typeface="Outfit Extra Bold" pitchFamily="34" charset="0"/>
                <a:ea typeface="Outfit Extra Bold" pitchFamily="34" charset="-122"/>
                <a:cs typeface="Outfit Extra Bold" pitchFamily="34" charset="-120"/>
              </a:rPr>
              <a:t>Develop Grounded QA Dataset</a:t>
            </a:r>
            <a:endParaRPr lang="en-US" sz="1667"/>
          </a:p>
        </p:txBody>
      </p:sp>
      <p:sp>
        <p:nvSpPr>
          <p:cNvPr id="8" name="Text 6"/>
          <p:cNvSpPr/>
          <p:nvPr/>
        </p:nvSpPr>
        <p:spPr>
          <a:xfrm>
            <a:off x="3415110" y="2954437"/>
            <a:ext cx="2551311" cy="1934269"/>
          </a:xfrm>
          <a:prstGeom prst="rect">
            <a:avLst/>
          </a:prstGeom>
          <a:noFill/>
          <a:ln/>
        </p:spPr>
        <p:txBody>
          <a:bodyPr wrap="square" lIns="0" tIns="0" rIns="0" bIns="0" rtlCol="0" anchor="t"/>
          <a:lstStyle/>
          <a:p>
            <a:pPr>
              <a:lnSpc>
                <a:spcPts val="2167"/>
              </a:lnSpc>
            </a:pPr>
            <a:r>
              <a:rPr lang="en-US" sz="1333">
                <a:solidFill>
                  <a:srgbClr val="2A2742"/>
                </a:solidFill>
                <a:latin typeface="Arimo" pitchFamily="34" charset="0"/>
                <a:ea typeface="Arimo" pitchFamily="34" charset="-122"/>
                <a:cs typeface="Arimo" pitchFamily="34" charset="-120"/>
              </a:rPr>
              <a:t>Create question-answer pairs where the answer requires retrieving and synthesizing information from the data snapshot (e.g., "What user accounts logged into server 'X' during the time of alert 'Y'?").</a:t>
            </a:r>
            <a:endParaRPr lang="en-US" sz="1333"/>
          </a:p>
        </p:txBody>
      </p:sp>
      <p:sp>
        <p:nvSpPr>
          <p:cNvPr id="9" name="Shape 7"/>
          <p:cNvSpPr/>
          <p:nvPr/>
        </p:nvSpPr>
        <p:spPr>
          <a:xfrm>
            <a:off x="6225580" y="1619845"/>
            <a:ext cx="2551212" cy="172740"/>
          </a:xfrm>
          <a:prstGeom prst="roundRect">
            <a:avLst>
              <a:gd name="adj" fmla="val 42011"/>
            </a:avLst>
          </a:prstGeom>
          <a:solidFill>
            <a:srgbClr val="E9E6FA"/>
          </a:solidFill>
          <a:ln w="7620">
            <a:solidFill>
              <a:srgbClr val="BDB8DF"/>
            </a:solidFill>
            <a:prstDash val="solid"/>
          </a:ln>
        </p:spPr>
        <p:txBody>
          <a:bodyPr/>
          <a:lstStyle/>
          <a:p>
            <a:endParaRPr lang="en-CA" sz="1500"/>
          </a:p>
        </p:txBody>
      </p:sp>
      <p:sp>
        <p:nvSpPr>
          <p:cNvPr id="10" name="Text 8"/>
          <p:cNvSpPr/>
          <p:nvPr/>
        </p:nvSpPr>
        <p:spPr>
          <a:xfrm>
            <a:off x="6225580" y="2051744"/>
            <a:ext cx="2551212" cy="539948"/>
          </a:xfrm>
          <a:prstGeom prst="rect">
            <a:avLst/>
          </a:prstGeom>
          <a:noFill/>
          <a:ln/>
        </p:spPr>
        <p:txBody>
          <a:bodyPr wrap="square" lIns="0" tIns="0" rIns="0" bIns="0" rtlCol="0" anchor="t"/>
          <a:lstStyle/>
          <a:p>
            <a:pPr>
              <a:lnSpc>
                <a:spcPts val="2125"/>
              </a:lnSpc>
            </a:pPr>
            <a:r>
              <a:rPr lang="en-US" sz="1667" b="1">
                <a:solidFill>
                  <a:srgbClr val="2A2742"/>
                </a:solidFill>
                <a:latin typeface="Outfit Extra Bold" pitchFamily="34" charset="0"/>
                <a:ea typeface="Outfit Extra Bold" pitchFamily="34" charset="-122"/>
                <a:cs typeface="Outfit Extra Bold" pitchFamily="34" charset="-120"/>
              </a:rPr>
              <a:t>Build Benchmark Harness</a:t>
            </a:r>
            <a:endParaRPr lang="en-US" sz="1667"/>
          </a:p>
        </p:txBody>
      </p:sp>
      <p:sp>
        <p:nvSpPr>
          <p:cNvPr id="11" name="Text 9"/>
          <p:cNvSpPr/>
          <p:nvPr/>
        </p:nvSpPr>
        <p:spPr>
          <a:xfrm>
            <a:off x="6225580" y="2695277"/>
            <a:ext cx="2551212" cy="1105297"/>
          </a:xfrm>
          <a:prstGeom prst="rect">
            <a:avLst/>
          </a:prstGeom>
          <a:noFill/>
          <a:ln/>
        </p:spPr>
        <p:txBody>
          <a:bodyPr wrap="square" lIns="0" tIns="0" rIns="0" bIns="0" rtlCol="0" anchor="t"/>
          <a:lstStyle/>
          <a:p>
            <a:pPr>
              <a:lnSpc>
                <a:spcPts val="2167"/>
              </a:lnSpc>
            </a:pPr>
            <a:r>
              <a:rPr lang="en-US" sz="1333">
                <a:solidFill>
                  <a:srgbClr val="2A2742"/>
                </a:solidFill>
                <a:latin typeface="Arimo" pitchFamily="34" charset="0"/>
                <a:ea typeface="Arimo" pitchFamily="34" charset="-122"/>
                <a:cs typeface="Arimo" pitchFamily="34" charset="-120"/>
              </a:rPr>
              <a:t>Develop a testing framework that provides the LLM access to the relevant data snapshot when answering these questions.</a:t>
            </a:r>
            <a:endParaRPr lang="en-US" sz="1333"/>
          </a:p>
        </p:txBody>
      </p:sp>
      <p:sp>
        <p:nvSpPr>
          <p:cNvPr id="12" name="Shape 10"/>
          <p:cNvSpPr/>
          <p:nvPr/>
        </p:nvSpPr>
        <p:spPr>
          <a:xfrm>
            <a:off x="9035951" y="1360686"/>
            <a:ext cx="2551311" cy="172740"/>
          </a:xfrm>
          <a:prstGeom prst="roundRect">
            <a:avLst>
              <a:gd name="adj" fmla="val 42011"/>
            </a:avLst>
          </a:prstGeom>
          <a:solidFill>
            <a:srgbClr val="E9E6FA"/>
          </a:solidFill>
          <a:ln w="7620">
            <a:solidFill>
              <a:srgbClr val="BDB8DF"/>
            </a:solidFill>
            <a:prstDash val="solid"/>
          </a:ln>
        </p:spPr>
        <p:txBody>
          <a:bodyPr/>
          <a:lstStyle/>
          <a:p>
            <a:endParaRPr lang="en-CA" sz="1500"/>
          </a:p>
        </p:txBody>
      </p:sp>
      <p:sp>
        <p:nvSpPr>
          <p:cNvPr id="13" name="Text 11"/>
          <p:cNvSpPr/>
          <p:nvPr/>
        </p:nvSpPr>
        <p:spPr>
          <a:xfrm>
            <a:off x="9035951" y="1792586"/>
            <a:ext cx="2496741" cy="269974"/>
          </a:xfrm>
          <a:prstGeom prst="rect">
            <a:avLst/>
          </a:prstGeom>
          <a:noFill/>
          <a:ln/>
        </p:spPr>
        <p:txBody>
          <a:bodyPr wrap="none" lIns="0" tIns="0" rIns="0" bIns="0" rtlCol="0" anchor="t"/>
          <a:lstStyle/>
          <a:p>
            <a:pPr>
              <a:lnSpc>
                <a:spcPts val="2125"/>
              </a:lnSpc>
            </a:pPr>
            <a:r>
              <a:rPr lang="en-US" sz="1667" b="1">
                <a:solidFill>
                  <a:srgbClr val="2A2742"/>
                </a:solidFill>
                <a:latin typeface="Outfit Extra Bold" pitchFamily="34" charset="0"/>
                <a:ea typeface="Outfit Extra Bold" pitchFamily="34" charset="-122"/>
                <a:cs typeface="Outfit Extra Bold" pitchFamily="34" charset="-120"/>
              </a:rPr>
              <a:t>Evaluate Answer Quality</a:t>
            </a:r>
            <a:endParaRPr lang="en-US" sz="1667"/>
          </a:p>
        </p:txBody>
      </p:sp>
      <p:sp>
        <p:nvSpPr>
          <p:cNvPr id="14" name="Text 12"/>
          <p:cNvSpPr/>
          <p:nvPr/>
        </p:nvSpPr>
        <p:spPr>
          <a:xfrm>
            <a:off x="9035951" y="2166144"/>
            <a:ext cx="2551311" cy="1105297"/>
          </a:xfrm>
          <a:prstGeom prst="rect">
            <a:avLst/>
          </a:prstGeom>
          <a:noFill/>
          <a:ln/>
        </p:spPr>
        <p:txBody>
          <a:bodyPr wrap="square" lIns="0" tIns="0" rIns="0" bIns="0" rtlCol="0" anchor="t"/>
          <a:lstStyle/>
          <a:p>
            <a:pPr>
              <a:lnSpc>
                <a:spcPts val="2167"/>
              </a:lnSpc>
            </a:pPr>
            <a:r>
              <a:rPr lang="en-US" sz="1333">
                <a:solidFill>
                  <a:srgbClr val="2A2742"/>
                </a:solidFill>
                <a:latin typeface="Arimo" pitchFamily="34" charset="0"/>
                <a:ea typeface="Arimo" pitchFamily="34" charset="-122"/>
                <a:cs typeface="Arimo" pitchFamily="34" charset="-120"/>
              </a:rPr>
              <a:t>Assess answer correctness, completeness, and faithfulness to the source data (checking for hallucination).</a:t>
            </a:r>
            <a:endParaRPr lang="en-US" sz="1333"/>
          </a:p>
        </p:txBody>
      </p:sp>
      <p:sp>
        <p:nvSpPr>
          <p:cNvPr id="15" name="Text 13"/>
          <p:cNvSpPr/>
          <p:nvPr/>
        </p:nvSpPr>
        <p:spPr>
          <a:xfrm>
            <a:off x="604739" y="5083076"/>
            <a:ext cx="10982523" cy="552648"/>
          </a:xfrm>
          <a:prstGeom prst="rect">
            <a:avLst/>
          </a:prstGeom>
          <a:noFill/>
          <a:ln/>
        </p:spPr>
        <p:txBody>
          <a:bodyPr wrap="square" lIns="0" tIns="0" rIns="0" bIns="0" rtlCol="0" anchor="t"/>
          <a:lstStyle/>
          <a:p>
            <a:pPr>
              <a:lnSpc>
                <a:spcPts val="2167"/>
              </a:lnSpc>
            </a:pPr>
            <a:r>
              <a:rPr lang="en-US" sz="1333">
                <a:solidFill>
                  <a:srgbClr val="2A2742"/>
                </a:solidFill>
                <a:latin typeface="Arimo" pitchFamily="34" charset="0"/>
                <a:ea typeface="Arimo" pitchFamily="34" charset="-122"/>
                <a:cs typeface="Arimo" pitchFamily="34" charset="-120"/>
              </a:rPr>
              <a:t>Standard benchmarks often test generic knowledge. The platform aims to answer questions grounded in the specific ingested environmental context (logs, assets, alerts).</a:t>
            </a:r>
            <a:endParaRPr lang="en-US" sz="1333"/>
          </a:p>
        </p:txBody>
      </p:sp>
      <p:sp>
        <p:nvSpPr>
          <p:cNvPr id="16" name="Text 14"/>
          <p:cNvSpPr/>
          <p:nvPr/>
        </p:nvSpPr>
        <p:spPr>
          <a:xfrm>
            <a:off x="604739" y="5830094"/>
            <a:ext cx="10982523" cy="552648"/>
          </a:xfrm>
          <a:prstGeom prst="rect">
            <a:avLst/>
          </a:prstGeom>
          <a:noFill/>
          <a:ln/>
        </p:spPr>
        <p:txBody>
          <a:bodyPr wrap="square" lIns="0" tIns="0" rIns="0" bIns="0" rtlCol="0" anchor="t"/>
          <a:lstStyle/>
          <a:p>
            <a:pPr>
              <a:lnSpc>
                <a:spcPts val="2167"/>
              </a:lnSpc>
            </a:pPr>
            <a:r>
              <a:rPr lang="en-US" sz="1333">
                <a:solidFill>
                  <a:srgbClr val="2A2742"/>
                </a:solidFill>
                <a:latin typeface="Arimo" pitchFamily="34" charset="0"/>
                <a:ea typeface="Arimo" pitchFamily="34" charset="-122"/>
                <a:cs typeface="Arimo" pitchFamily="34" charset="-120"/>
              </a:rPr>
              <a:t>This requires significant effort but is crucial for evaluating the core RAG capability of the system – its ability to reason over specific environmental context.</a:t>
            </a:r>
            <a:endParaRPr lang="en-US" sz="1333"/>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FCDFB-5DE6-5A26-CC6C-D0C03D04FB8C}"/>
              </a:ext>
            </a:extLst>
          </p:cNvPr>
          <p:cNvSpPr>
            <a:spLocks noGrp="1"/>
          </p:cNvSpPr>
          <p:nvPr>
            <p:ph type="title"/>
          </p:nvPr>
        </p:nvSpPr>
        <p:spPr/>
        <p:txBody>
          <a:bodyPr vert="horz" lIns="91440" tIns="45720" rIns="91440" bIns="45720" rtlCol="0" anchor="b">
            <a:normAutofit/>
          </a:bodyPr>
          <a:lstStyle/>
          <a:p>
            <a:pPr>
              <a:lnSpc>
                <a:spcPct val="90000"/>
              </a:lnSpc>
            </a:pPr>
            <a:r>
              <a:rPr lang="en-US" b="0" i="0" kern="1200">
                <a:latin typeface="+mj-lt"/>
                <a:ea typeface="+mj-ea"/>
                <a:cs typeface="+mj-cs"/>
              </a:rPr>
              <a:t>Project Lifecycle</a:t>
            </a:r>
          </a:p>
        </p:txBody>
      </p:sp>
      <p:pic>
        <p:nvPicPr>
          <p:cNvPr id="3" name="Picture 2">
            <a:extLst>
              <a:ext uri="{FF2B5EF4-FFF2-40B4-BE49-F238E27FC236}">
                <a16:creationId xmlns:a16="http://schemas.microsoft.com/office/drawing/2014/main" id="{F11FA000-A52A-2112-F88F-7E4340D03308}"/>
              </a:ext>
            </a:extLst>
          </p:cNvPr>
          <p:cNvPicPr>
            <a:picLocks noChangeAspect="1"/>
          </p:cNvPicPr>
          <p:nvPr/>
        </p:nvPicPr>
        <p:blipFill>
          <a:blip r:embed="rId2"/>
          <a:stretch>
            <a:fillRect/>
          </a:stretch>
        </p:blipFill>
        <p:spPr>
          <a:xfrm>
            <a:off x="107354" y="1377390"/>
            <a:ext cx="11486766" cy="4537274"/>
          </a:xfrm>
          <a:prstGeom prst="rect">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6415706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854969"/>
            <a:ext cx="6756499" cy="590649"/>
          </a:xfrm>
          <a:prstGeom prst="rect">
            <a:avLst/>
          </a:prstGeom>
          <a:noFill/>
          <a:ln/>
        </p:spPr>
        <p:txBody>
          <a:bodyPr wrap="none" lIns="0" tIns="0" rIns="0" bIns="0" rtlCol="0" anchor="t"/>
          <a:lstStyle/>
          <a:p>
            <a:pPr>
              <a:lnSpc>
                <a:spcPts val="4625"/>
              </a:lnSpc>
            </a:pPr>
            <a:r>
              <a:rPr lang="en-US" sz="3708" b="1">
                <a:solidFill>
                  <a:srgbClr val="231971"/>
                </a:solidFill>
                <a:latin typeface="Outfit Extra Bold" pitchFamily="34" charset="0"/>
                <a:ea typeface="Outfit Extra Bold" pitchFamily="34" charset="-122"/>
                <a:cs typeface="Outfit Extra Bold" pitchFamily="34" charset="-120"/>
              </a:rPr>
              <a:t>Safety, Compliance, Red-Team</a:t>
            </a:r>
            <a:endParaRPr lang="en-US" sz="3708"/>
          </a:p>
        </p:txBody>
      </p:sp>
      <p:pic>
        <p:nvPicPr>
          <p:cNvPr id="3" name="Image 0" descr="preencoded.png"/>
          <p:cNvPicPr>
            <a:picLocks noChangeAspect="1"/>
          </p:cNvPicPr>
          <p:nvPr/>
        </p:nvPicPr>
        <p:blipFill>
          <a:blip r:embed="rId3"/>
          <a:stretch>
            <a:fillRect/>
          </a:stretch>
        </p:blipFill>
        <p:spPr>
          <a:xfrm>
            <a:off x="2481957" y="1823641"/>
            <a:ext cx="1793379" cy="1089124"/>
          </a:xfrm>
          <a:prstGeom prst="rect">
            <a:avLst/>
          </a:prstGeom>
        </p:spPr>
      </p:pic>
      <p:sp>
        <p:nvSpPr>
          <p:cNvPr id="4" name="Text 1"/>
          <p:cNvSpPr/>
          <p:nvPr/>
        </p:nvSpPr>
        <p:spPr>
          <a:xfrm>
            <a:off x="3245743" y="2336999"/>
            <a:ext cx="265807" cy="332184"/>
          </a:xfrm>
          <a:prstGeom prst="rect">
            <a:avLst/>
          </a:prstGeom>
          <a:noFill/>
          <a:ln/>
        </p:spPr>
        <p:txBody>
          <a:bodyPr wrap="none" lIns="0" tIns="0" rIns="0" bIns="0" rtlCol="0" anchor="t"/>
          <a:lstStyle/>
          <a:p>
            <a:pPr algn="ctr">
              <a:lnSpc>
                <a:spcPts val="3333"/>
              </a:lnSpc>
            </a:pPr>
            <a:r>
              <a:rPr lang="en-US" sz="2083" b="1">
                <a:solidFill>
                  <a:srgbClr val="2A2742"/>
                </a:solidFill>
                <a:latin typeface="Outfit Extra Bold" pitchFamily="34" charset="0"/>
                <a:ea typeface="Outfit Extra Bold" pitchFamily="34" charset="-122"/>
                <a:cs typeface="Outfit Extra Bold" pitchFamily="34" charset="-120"/>
              </a:rPr>
              <a:t>1</a:t>
            </a:r>
            <a:endParaRPr lang="en-US" sz="2083"/>
          </a:p>
        </p:txBody>
      </p:sp>
      <p:sp>
        <p:nvSpPr>
          <p:cNvPr id="5" name="Text 2"/>
          <p:cNvSpPr/>
          <p:nvPr/>
        </p:nvSpPr>
        <p:spPr>
          <a:xfrm>
            <a:off x="4464348" y="2012653"/>
            <a:ext cx="2163168"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Robust Defenses</a:t>
            </a:r>
            <a:endParaRPr lang="en-US" sz="1833"/>
          </a:p>
        </p:txBody>
      </p:sp>
      <p:sp>
        <p:nvSpPr>
          <p:cNvPr id="6" name="Text 3"/>
          <p:cNvSpPr/>
          <p:nvPr/>
        </p:nvSpPr>
        <p:spPr>
          <a:xfrm>
            <a:off x="4464348" y="2421335"/>
            <a:ext cx="2163168"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Protection against misuse</a:t>
            </a:r>
            <a:endParaRPr lang="en-US" sz="1458"/>
          </a:p>
        </p:txBody>
      </p:sp>
      <p:sp>
        <p:nvSpPr>
          <p:cNvPr id="7" name="Shape 4"/>
          <p:cNvSpPr/>
          <p:nvPr/>
        </p:nvSpPr>
        <p:spPr>
          <a:xfrm>
            <a:off x="4322564" y="2923679"/>
            <a:ext cx="7160717" cy="12700"/>
          </a:xfrm>
          <a:prstGeom prst="roundRect">
            <a:avLst>
              <a:gd name="adj" fmla="val 625116"/>
            </a:avLst>
          </a:prstGeom>
          <a:solidFill>
            <a:srgbClr val="BDB8DF"/>
          </a:solidFill>
          <a:ln/>
        </p:spPr>
        <p:txBody>
          <a:bodyPr/>
          <a:lstStyle/>
          <a:p>
            <a:endParaRPr lang="en-CA" sz="1500"/>
          </a:p>
        </p:txBody>
      </p:sp>
      <p:pic>
        <p:nvPicPr>
          <p:cNvPr id="8" name="Image 1" descr="preencoded.png"/>
          <p:cNvPicPr>
            <a:picLocks noChangeAspect="1"/>
          </p:cNvPicPr>
          <p:nvPr/>
        </p:nvPicPr>
        <p:blipFill>
          <a:blip r:embed="rId4"/>
          <a:stretch>
            <a:fillRect/>
          </a:stretch>
        </p:blipFill>
        <p:spPr>
          <a:xfrm>
            <a:off x="1585318" y="2959994"/>
            <a:ext cx="3586758" cy="1089124"/>
          </a:xfrm>
          <a:prstGeom prst="rect">
            <a:avLst/>
          </a:prstGeom>
        </p:spPr>
      </p:pic>
      <p:pic>
        <p:nvPicPr>
          <p:cNvPr id="9" name="Image 2" descr="preencoded.png"/>
          <p:cNvPicPr>
            <a:picLocks noChangeAspect="1"/>
          </p:cNvPicPr>
          <p:nvPr/>
        </p:nvPicPr>
        <p:blipFill>
          <a:blip r:embed="rId5"/>
          <a:stretch>
            <a:fillRect/>
          </a:stretch>
        </p:blipFill>
        <p:spPr>
          <a:xfrm>
            <a:off x="3245743" y="3338414"/>
            <a:ext cx="265807" cy="332184"/>
          </a:xfrm>
          <a:prstGeom prst="rect">
            <a:avLst/>
          </a:prstGeom>
        </p:spPr>
      </p:pic>
      <p:sp>
        <p:nvSpPr>
          <p:cNvPr id="10" name="Text 5"/>
          <p:cNvSpPr/>
          <p:nvPr/>
        </p:nvSpPr>
        <p:spPr>
          <a:xfrm>
            <a:off x="5361087" y="3149005"/>
            <a:ext cx="2569071"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Regulatory Compliance</a:t>
            </a:r>
            <a:endParaRPr lang="en-US" sz="1833"/>
          </a:p>
        </p:txBody>
      </p:sp>
      <p:sp>
        <p:nvSpPr>
          <p:cNvPr id="11" name="Text 6"/>
          <p:cNvSpPr/>
          <p:nvPr/>
        </p:nvSpPr>
        <p:spPr>
          <a:xfrm>
            <a:off x="5361087" y="3557687"/>
            <a:ext cx="2730401"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Adherence to legal requirements</a:t>
            </a:r>
            <a:endParaRPr lang="en-US" sz="1458"/>
          </a:p>
        </p:txBody>
      </p:sp>
      <p:sp>
        <p:nvSpPr>
          <p:cNvPr id="12" name="Shape 7"/>
          <p:cNvSpPr/>
          <p:nvPr/>
        </p:nvSpPr>
        <p:spPr>
          <a:xfrm>
            <a:off x="5219304" y="4060032"/>
            <a:ext cx="6263978" cy="12700"/>
          </a:xfrm>
          <a:prstGeom prst="roundRect">
            <a:avLst>
              <a:gd name="adj" fmla="val 625116"/>
            </a:avLst>
          </a:prstGeom>
          <a:solidFill>
            <a:srgbClr val="BDB8DF"/>
          </a:solidFill>
          <a:ln/>
        </p:spPr>
        <p:txBody>
          <a:bodyPr/>
          <a:lstStyle/>
          <a:p>
            <a:endParaRPr lang="en-CA" sz="1500"/>
          </a:p>
        </p:txBody>
      </p:sp>
      <p:pic>
        <p:nvPicPr>
          <p:cNvPr id="13" name="Image 3" descr="preencoded.png"/>
          <p:cNvPicPr>
            <a:picLocks noChangeAspect="1"/>
          </p:cNvPicPr>
          <p:nvPr/>
        </p:nvPicPr>
        <p:blipFill>
          <a:blip r:embed="rId6"/>
          <a:stretch>
            <a:fillRect/>
          </a:stretch>
        </p:blipFill>
        <p:spPr>
          <a:xfrm>
            <a:off x="688578" y="4096346"/>
            <a:ext cx="5380137" cy="1089124"/>
          </a:xfrm>
          <a:prstGeom prst="rect">
            <a:avLst/>
          </a:prstGeom>
        </p:spPr>
      </p:pic>
      <p:sp>
        <p:nvSpPr>
          <p:cNvPr id="14" name="Text 8"/>
          <p:cNvSpPr/>
          <p:nvPr/>
        </p:nvSpPr>
        <p:spPr>
          <a:xfrm>
            <a:off x="3245644" y="4474766"/>
            <a:ext cx="265807" cy="332184"/>
          </a:xfrm>
          <a:prstGeom prst="rect">
            <a:avLst/>
          </a:prstGeom>
          <a:noFill/>
          <a:ln/>
        </p:spPr>
        <p:txBody>
          <a:bodyPr wrap="none" lIns="0" tIns="0" rIns="0" bIns="0" rtlCol="0" anchor="t"/>
          <a:lstStyle/>
          <a:p>
            <a:pPr algn="ctr">
              <a:lnSpc>
                <a:spcPts val="3333"/>
              </a:lnSpc>
            </a:pPr>
            <a:r>
              <a:rPr lang="en-US" sz="2083" b="1">
                <a:solidFill>
                  <a:srgbClr val="2A2742"/>
                </a:solidFill>
                <a:latin typeface="Outfit Extra Bold" pitchFamily="34" charset="0"/>
                <a:ea typeface="Outfit Extra Bold" pitchFamily="34" charset="-122"/>
                <a:cs typeface="Outfit Extra Bold" pitchFamily="34" charset="-120"/>
              </a:rPr>
              <a:t>3</a:t>
            </a:r>
            <a:endParaRPr lang="en-US" sz="2083"/>
          </a:p>
        </p:txBody>
      </p:sp>
      <p:sp>
        <p:nvSpPr>
          <p:cNvPr id="15" name="Text 9"/>
          <p:cNvSpPr/>
          <p:nvPr/>
        </p:nvSpPr>
        <p:spPr>
          <a:xfrm>
            <a:off x="6257727" y="4285357"/>
            <a:ext cx="2341563"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Adversarial Testing</a:t>
            </a:r>
            <a:endParaRPr lang="en-US" sz="1833"/>
          </a:p>
        </p:txBody>
      </p:sp>
      <p:sp>
        <p:nvSpPr>
          <p:cNvPr id="16" name="Text 10"/>
          <p:cNvSpPr/>
          <p:nvPr/>
        </p:nvSpPr>
        <p:spPr>
          <a:xfrm>
            <a:off x="6257727" y="4694040"/>
            <a:ext cx="2341563"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Proactive security validation</a:t>
            </a:r>
            <a:endParaRPr lang="en-US" sz="1458"/>
          </a:p>
        </p:txBody>
      </p:sp>
      <p:sp>
        <p:nvSpPr>
          <p:cNvPr id="17" name="Text 11"/>
          <p:cNvSpPr/>
          <p:nvPr/>
        </p:nvSpPr>
        <p:spPr>
          <a:xfrm>
            <a:off x="661492" y="5398095"/>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Ensuring the platform operates safely, securely, and in compliance with regulations is paramount, especially when dealing with sensitive data and powerful LLMs.</a:t>
            </a:r>
            <a:endParaRPr lang="en-US" sz="1458"/>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84299" y="593229"/>
            <a:ext cx="5151338" cy="521693"/>
          </a:xfrm>
          <a:prstGeom prst="rect">
            <a:avLst/>
          </a:prstGeom>
          <a:noFill/>
          <a:ln/>
        </p:spPr>
        <p:txBody>
          <a:bodyPr wrap="none" lIns="0" tIns="0" rIns="0" bIns="0" rtlCol="0" anchor="t"/>
          <a:lstStyle/>
          <a:p>
            <a:pPr>
              <a:lnSpc>
                <a:spcPts val="4083"/>
              </a:lnSpc>
            </a:pPr>
            <a:r>
              <a:rPr lang="en-US" sz="3250" b="1">
                <a:solidFill>
                  <a:srgbClr val="231971"/>
                </a:solidFill>
                <a:latin typeface="Outfit Extra Bold" pitchFamily="34" charset="0"/>
                <a:ea typeface="Outfit Extra Bold" pitchFamily="34" charset="-122"/>
                <a:cs typeface="Outfit Extra Bold" pitchFamily="34" charset="-120"/>
              </a:rPr>
              <a:t>Prompt Injection Defenses</a:t>
            </a:r>
            <a:endParaRPr lang="en-US" sz="3250"/>
          </a:p>
        </p:txBody>
      </p:sp>
      <p:sp>
        <p:nvSpPr>
          <p:cNvPr id="3" name="Shape 1"/>
          <p:cNvSpPr/>
          <p:nvPr/>
        </p:nvSpPr>
        <p:spPr>
          <a:xfrm>
            <a:off x="584299" y="1448793"/>
            <a:ext cx="3563243" cy="1775718"/>
          </a:xfrm>
          <a:prstGeom prst="roundRect">
            <a:avLst>
              <a:gd name="adj" fmla="val 3949"/>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757535" y="1622028"/>
            <a:ext cx="2645569" cy="260747"/>
          </a:xfrm>
          <a:prstGeom prst="rect">
            <a:avLst/>
          </a:prstGeom>
          <a:noFill/>
          <a:ln/>
        </p:spPr>
        <p:txBody>
          <a:bodyPr wrap="none" lIns="0" tIns="0" rIns="0" bIns="0" rtlCol="0" anchor="t"/>
          <a:lstStyle/>
          <a:p>
            <a:pPr>
              <a:lnSpc>
                <a:spcPts val="2042"/>
              </a:lnSpc>
            </a:pPr>
            <a:r>
              <a:rPr lang="en-US" sz="1625" b="1">
                <a:solidFill>
                  <a:srgbClr val="2A2742"/>
                </a:solidFill>
                <a:latin typeface="Outfit Extra Bold" pitchFamily="34" charset="0"/>
                <a:ea typeface="Outfit Extra Bold" pitchFamily="34" charset="-122"/>
                <a:cs typeface="Outfit Extra Bold" pitchFamily="34" charset="-120"/>
              </a:rPr>
              <a:t>Input Filtering/Sanitization</a:t>
            </a:r>
            <a:endParaRPr lang="en-US" sz="1625"/>
          </a:p>
        </p:txBody>
      </p:sp>
      <p:sp>
        <p:nvSpPr>
          <p:cNvPr id="5" name="Text 3"/>
          <p:cNvSpPr/>
          <p:nvPr/>
        </p:nvSpPr>
        <p:spPr>
          <a:xfrm>
            <a:off x="757535" y="1982887"/>
            <a:ext cx="3216771" cy="801291"/>
          </a:xfrm>
          <a:prstGeom prst="rect">
            <a:avLst/>
          </a:prstGeom>
          <a:noFill/>
          <a:ln/>
        </p:spPr>
        <p:txBody>
          <a:bodyPr wrap="squar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Attempt to detect and remove malicious instructions from user input (difficult to make foolproof).</a:t>
            </a:r>
            <a:endParaRPr lang="en-US" sz="1292"/>
          </a:p>
        </p:txBody>
      </p:sp>
      <p:sp>
        <p:nvSpPr>
          <p:cNvPr id="6" name="Shape 4"/>
          <p:cNvSpPr/>
          <p:nvPr/>
        </p:nvSpPr>
        <p:spPr>
          <a:xfrm>
            <a:off x="4314429" y="1448793"/>
            <a:ext cx="3563243" cy="1775718"/>
          </a:xfrm>
          <a:prstGeom prst="roundRect">
            <a:avLst>
              <a:gd name="adj" fmla="val 3949"/>
            </a:avLst>
          </a:prstGeom>
          <a:solidFill>
            <a:srgbClr val="E9E6FA"/>
          </a:solidFill>
          <a:ln w="7620">
            <a:solidFill>
              <a:srgbClr val="BDB8DF"/>
            </a:solidFill>
            <a:prstDash val="solid"/>
          </a:ln>
        </p:spPr>
        <p:txBody>
          <a:bodyPr/>
          <a:lstStyle/>
          <a:p>
            <a:endParaRPr lang="en-CA" sz="1500"/>
          </a:p>
        </p:txBody>
      </p:sp>
      <p:sp>
        <p:nvSpPr>
          <p:cNvPr id="7" name="Text 5"/>
          <p:cNvSpPr/>
          <p:nvPr/>
        </p:nvSpPr>
        <p:spPr>
          <a:xfrm>
            <a:off x="4487665" y="1622028"/>
            <a:ext cx="2245419" cy="260747"/>
          </a:xfrm>
          <a:prstGeom prst="rect">
            <a:avLst/>
          </a:prstGeom>
          <a:noFill/>
          <a:ln/>
        </p:spPr>
        <p:txBody>
          <a:bodyPr wrap="none" lIns="0" tIns="0" rIns="0" bIns="0" rtlCol="0" anchor="t"/>
          <a:lstStyle/>
          <a:p>
            <a:pPr>
              <a:lnSpc>
                <a:spcPts val="2042"/>
              </a:lnSpc>
            </a:pPr>
            <a:r>
              <a:rPr lang="en-US" sz="1625" b="1">
                <a:solidFill>
                  <a:srgbClr val="2A2742"/>
                </a:solidFill>
                <a:latin typeface="Outfit Extra Bold" pitchFamily="34" charset="0"/>
                <a:ea typeface="Outfit Extra Bold" pitchFamily="34" charset="-122"/>
                <a:cs typeface="Outfit Extra Bold" pitchFamily="34" charset="-120"/>
              </a:rPr>
              <a:t>Instruction Fine-tuning</a:t>
            </a:r>
            <a:endParaRPr lang="en-US" sz="1625"/>
          </a:p>
        </p:txBody>
      </p:sp>
      <p:sp>
        <p:nvSpPr>
          <p:cNvPr id="8" name="Text 6"/>
          <p:cNvSpPr/>
          <p:nvPr/>
        </p:nvSpPr>
        <p:spPr>
          <a:xfrm>
            <a:off x="4487665" y="1982887"/>
            <a:ext cx="3216771" cy="801291"/>
          </a:xfrm>
          <a:prstGeom prst="rect">
            <a:avLst/>
          </a:prstGeom>
          <a:noFill/>
          <a:ln/>
        </p:spPr>
        <p:txBody>
          <a:bodyPr wrap="squar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Train the model on examples where it should refuse harmful or out-of-scope requests.</a:t>
            </a:r>
            <a:endParaRPr lang="en-US" sz="1292"/>
          </a:p>
        </p:txBody>
      </p:sp>
      <p:sp>
        <p:nvSpPr>
          <p:cNvPr id="9" name="Shape 7"/>
          <p:cNvSpPr/>
          <p:nvPr/>
        </p:nvSpPr>
        <p:spPr>
          <a:xfrm>
            <a:off x="8044557" y="1448793"/>
            <a:ext cx="3563243" cy="1775718"/>
          </a:xfrm>
          <a:prstGeom prst="roundRect">
            <a:avLst>
              <a:gd name="adj" fmla="val 3949"/>
            </a:avLst>
          </a:prstGeom>
          <a:solidFill>
            <a:srgbClr val="E9E6FA"/>
          </a:solidFill>
          <a:ln w="7620">
            <a:solidFill>
              <a:srgbClr val="BDB8DF"/>
            </a:solidFill>
            <a:prstDash val="solid"/>
          </a:ln>
        </p:spPr>
        <p:txBody>
          <a:bodyPr/>
          <a:lstStyle/>
          <a:p>
            <a:endParaRPr lang="en-CA" sz="1500"/>
          </a:p>
        </p:txBody>
      </p:sp>
      <p:sp>
        <p:nvSpPr>
          <p:cNvPr id="10" name="Text 8"/>
          <p:cNvSpPr/>
          <p:nvPr/>
        </p:nvSpPr>
        <p:spPr>
          <a:xfrm>
            <a:off x="8217794" y="1622028"/>
            <a:ext cx="2086968" cy="260747"/>
          </a:xfrm>
          <a:prstGeom prst="rect">
            <a:avLst/>
          </a:prstGeom>
          <a:noFill/>
          <a:ln/>
        </p:spPr>
        <p:txBody>
          <a:bodyPr wrap="none" lIns="0" tIns="0" rIns="0" bIns="0" rtlCol="0" anchor="t"/>
          <a:lstStyle/>
          <a:p>
            <a:pPr>
              <a:lnSpc>
                <a:spcPts val="2042"/>
              </a:lnSpc>
            </a:pPr>
            <a:r>
              <a:rPr lang="en-US" sz="1625" b="1">
                <a:solidFill>
                  <a:srgbClr val="2A2742"/>
                </a:solidFill>
                <a:latin typeface="Outfit Extra Bold" pitchFamily="34" charset="0"/>
                <a:ea typeface="Outfit Extra Bold" pitchFamily="34" charset="-122"/>
                <a:cs typeface="Outfit Extra Bold" pitchFamily="34" charset="-120"/>
              </a:rPr>
              <a:t>Output Filtering</a:t>
            </a:r>
            <a:endParaRPr lang="en-US" sz="1625"/>
          </a:p>
        </p:txBody>
      </p:sp>
      <p:sp>
        <p:nvSpPr>
          <p:cNvPr id="11" name="Text 9"/>
          <p:cNvSpPr/>
          <p:nvPr/>
        </p:nvSpPr>
        <p:spPr>
          <a:xfrm>
            <a:off x="8217794" y="1982887"/>
            <a:ext cx="3216771" cy="1068388"/>
          </a:xfrm>
          <a:prstGeom prst="rect">
            <a:avLst/>
          </a:prstGeom>
          <a:noFill/>
          <a:ln/>
        </p:spPr>
        <p:txBody>
          <a:bodyPr wrap="squar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Scan the LLM's generated response for harmful content, policy violations, or indicators of successful injection before showing it to the user.</a:t>
            </a:r>
            <a:endParaRPr lang="en-US" sz="1292"/>
          </a:p>
        </p:txBody>
      </p:sp>
      <p:sp>
        <p:nvSpPr>
          <p:cNvPr id="12" name="Shape 10"/>
          <p:cNvSpPr/>
          <p:nvPr/>
        </p:nvSpPr>
        <p:spPr>
          <a:xfrm>
            <a:off x="584299" y="3391396"/>
            <a:ext cx="5428258" cy="1241524"/>
          </a:xfrm>
          <a:prstGeom prst="roundRect">
            <a:avLst>
              <a:gd name="adj" fmla="val 5648"/>
            </a:avLst>
          </a:prstGeom>
          <a:solidFill>
            <a:srgbClr val="E9E6FA"/>
          </a:solidFill>
          <a:ln w="7620">
            <a:solidFill>
              <a:srgbClr val="BDB8DF"/>
            </a:solidFill>
            <a:prstDash val="solid"/>
          </a:ln>
        </p:spPr>
        <p:txBody>
          <a:bodyPr/>
          <a:lstStyle/>
          <a:p>
            <a:endParaRPr lang="en-CA" sz="1500"/>
          </a:p>
        </p:txBody>
      </p:sp>
      <p:sp>
        <p:nvSpPr>
          <p:cNvPr id="13" name="Text 11"/>
          <p:cNvSpPr/>
          <p:nvPr/>
        </p:nvSpPr>
        <p:spPr>
          <a:xfrm>
            <a:off x="757535" y="3564632"/>
            <a:ext cx="2086968" cy="260747"/>
          </a:xfrm>
          <a:prstGeom prst="rect">
            <a:avLst/>
          </a:prstGeom>
          <a:noFill/>
          <a:ln/>
        </p:spPr>
        <p:txBody>
          <a:bodyPr wrap="none" lIns="0" tIns="0" rIns="0" bIns="0" rtlCol="0" anchor="t"/>
          <a:lstStyle/>
          <a:p>
            <a:pPr>
              <a:lnSpc>
                <a:spcPts val="2042"/>
              </a:lnSpc>
            </a:pPr>
            <a:r>
              <a:rPr lang="en-US" sz="1625" b="1">
                <a:solidFill>
                  <a:srgbClr val="2A2742"/>
                </a:solidFill>
                <a:latin typeface="Outfit Extra Bold" pitchFamily="34" charset="0"/>
                <a:ea typeface="Outfit Extra Bold" pitchFamily="34" charset="-122"/>
                <a:cs typeface="Outfit Extra Bold" pitchFamily="34" charset="-120"/>
              </a:rPr>
              <a:t>Prompt Engineering</a:t>
            </a:r>
            <a:endParaRPr lang="en-US" sz="1625"/>
          </a:p>
        </p:txBody>
      </p:sp>
      <p:sp>
        <p:nvSpPr>
          <p:cNvPr id="14" name="Text 12"/>
          <p:cNvSpPr/>
          <p:nvPr/>
        </p:nvSpPr>
        <p:spPr>
          <a:xfrm>
            <a:off x="757535" y="3925491"/>
            <a:ext cx="5081786" cy="534194"/>
          </a:xfrm>
          <a:prstGeom prst="rect">
            <a:avLst/>
          </a:prstGeom>
          <a:noFill/>
          <a:ln/>
        </p:spPr>
        <p:txBody>
          <a:bodyPr wrap="squar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Structure prompts carefully to clearly delineate user input from system instructions (e.g., using delimiters, XML tags).</a:t>
            </a:r>
            <a:endParaRPr lang="en-US" sz="1292"/>
          </a:p>
        </p:txBody>
      </p:sp>
      <p:sp>
        <p:nvSpPr>
          <p:cNvPr id="15" name="Shape 13"/>
          <p:cNvSpPr/>
          <p:nvPr/>
        </p:nvSpPr>
        <p:spPr>
          <a:xfrm>
            <a:off x="6179444" y="3391396"/>
            <a:ext cx="5428258" cy="1241524"/>
          </a:xfrm>
          <a:prstGeom prst="roundRect">
            <a:avLst>
              <a:gd name="adj" fmla="val 5648"/>
            </a:avLst>
          </a:prstGeom>
          <a:solidFill>
            <a:srgbClr val="E9E6FA"/>
          </a:solidFill>
          <a:ln w="7620">
            <a:solidFill>
              <a:srgbClr val="BDB8DF"/>
            </a:solidFill>
            <a:prstDash val="solid"/>
          </a:ln>
        </p:spPr>
        <p:txBody>
          <a:bodyPr/>
          <a:lstStyle/>
          <a:p>
            <a:endParaRPr lang="en-CA" sz="1500"/>
          </a:p>
        </p:txBody>
      </p:sp>
      <p:sp>
        <p:nvSpPr>
          <p:cNvPr id="16" name="Text 14"/>
          <p:cNvSpPr/>
          <p:nvPr/>
        </p:nvSpPr>
        <p:spPr>
          <a:xfrm>
            <a:off x="6352679" y="3564632"/>
            <a:ext cx="2086968" cy="260747"/>
          </a:xfrm>
          <a:prstGeom prst="rect">
            <a:avLst/>
          </a:prstGeom>
          <a:noFill/>
          <a:ln/>
        </p:spPr>
        <p:txBody>
          <a:bodyPr wrap="none" lIns="0" tIns="0" rIns="0" bIns="0" rtlCol="0" anchor="t"/>
          <a:lstStyle/>
          <a:p>
            <a:pPr>
              <a:lnSpc>
                <a:spcPts val="2042"/>
              </a:lnSpc>
            </a:pPr>
            <a:r>
              <a:rPr lang="en-US" sz="1625" b="1">
                <a:solidFill>
                  <a:srgbClr val="2A2742"/>
                </a:solidFill>
                <a:latin typeface="Outfit Extra Bold" pitchFamily="34" charset="0"/>
                <a:ea typeface="Outfit Extra Bold" pitchFamily="34" charset="-122"/>
                <a:cs typeface="Outfit Extra Bold" pitchFamily="34" charset="-120"/>
              </a:rPr>
              <a:t>Input Classification</a:t>
            </a:r>
            <a:endParaRPr lang="en-US" sz="1625"/>
          </a:p>
        </p:txBody>
      </p:sp>
      <p:sp>
        <p:nvSpPr>
          <p:cNvPr id="17" name="Text 15"/>
          <p:cNvSpPr/>
          <p:nvPr/>
        </p:nvSpPr>
        <p:spPr>
          <a:xfrm>
            <a:off x="6352680" y="3925491"/>
            <a:ext cx="5081786" cy="534194"/>
          </a:xfrm>
          <a:prstGeom prst="rect">
            <a:avLst/>
          </a:prstGeom>
          <a:noFill/>
          <a:ln/>
        </p:spPr>
        <p:txBody>
          <a:bodyPr wrap="squar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Employ a smaller, fine-tuned model to classify user input intention before passing it to the main LLM.</a:t>
            </a:r>
            <a:endParaRPr lang="en-US" sz="1292"/>
          </a:p>
        </p:txBody>
      </p:sp>
      <p:sp>
        <p:nvSpPr>
          <p:cNvPr id="18" name="Text 16"/>
          <p:cNvSpPr/>
          <p:nvPr/>
        </p:nvSpPr>
        <p:spPr>
          <a:xfrm>
            <a:off x="584299" y="4820742"/>
            <a:ext cx="11023402" cy="267097"/>
          </a:xfrm>
          <a:prstGeom prst="rect">
            <a:avLst/>
          </a:prstGeom>
          <a:noFill/>
          <a:ln/>
        </p:spPr>
        <p:txBody>
          <a:bodyPr wrap="non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LLMs are vulnerable to prompt injection, where malicious user input tricks the model into ignoring its instructions or performing unintended actions.</a:t>
            </a:r>
            <a:endParaRPr lang="en-US" sz="1292"/>
          </a:p>
        </p:txBody>
      </p:sp>
      <p:sp>
        <p:nvSpPr>
          <p:cNvPr id="19" name="Text 17"/>
          <p:cNvSpPr/>
          <p:nvPr/>
        </p:nvSpPr>
        <p:spPr>
          <a:xfrm>
            <a:off x="584299" y="5275660"/>
            <a:ext cx="11023402" cy="534194"/>
          </a:xfrm>
          <a:prstGeom prst="rect">
            <a:avLst/>
          </a:prstGeom>
          <a:noFill/>
          <a:ln/>
        </p:spPr>
        <p:txBody>
          <a:bodyPr wrap="squar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Recommendation: Employ a multi-layered approach. Combine robust prompt engineering, instruction fine-tuning for refusal on common attacks, and output filtering as a final safety net. Relying on input filtering alone is generally insufficient.</a:t>
            </a:r>
            <a:endParaRPr lang="en-US" sz="1292"/>
          </a:p>
        </p:txBody>
      </p:sp>
      <p:sp>
        <p:nvSpPr>
          <p:cNvPr id="20" name="Text 18"/>
          <p:cNvSpPr/>
          <p:nvPr/>
        </p:nvSpPr>
        <p:spPr>
          <a:xfrm>
            <a:off x="584299" y="5997674"/>
            <a:ext cx="11023402" cy="267097"/>
          </a:xfrm>
          <a:prstGeom prst="rect">
            <a:avLst/>
          </a:prstGeom>
          <a:noFill/>
          <a:ln/>
        </p:spPr>
        <p:txBody>
          <a:bodyPr wrap="non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Ongoing monitoring and red-teaming are needed to discover new injection vectors.</a:t>
            </a:r>
            <a:endParaRPr lang="en-US" sz="1292"/>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515" y="518219"/>
            <a:ext cx="4703763" cy="587970"/>
          </a:xfrm>
          <a:prstGeom prst="rect">
            <a:avLst/>
          </a:prstGeom>
          <a:noFill/>
          <a:ln/>
        </p:spPr>
        <p:txBody>
          <a:bodyPr wrap="none" lIns="0" tIns="0" rIns="0" bIns="0" rtlCol="0" anchor="t"/>
          <a:lstStyle/>
          <a:p>
            <a:pPr>
              <a:lnSpc>
                <a:spcPts val="4625"/>
              </a:lnSpc>
            </a:pPr>
            <a:r>
              <a:rPr lang="en-US" sz="3667" b="1">
                <a:solidFill>
                  <a:srgbClr val="231971"/>
                </a:solidFill>
                <a:latin typeface="Outfit Extra Bold" pitchFamily="34" charset="0"/>
                <a:ea typeface="Outfit Extra Bold" pitchFamily="34" charset="-122"/>
                <a:cs typeface="Outfit Extra Bold" pitchFamily="34" charset="-120"/>
              </a:rPr>
              <a:t>Audit Logging</a:t>
            </a:r>
            <a:endParaRPr lang="en-US" sz="3667"/>
          </a:p>
        </p:txBody>
      </p:sp>
      <p:sp>
        <p:nvSpPr>
          <p:cNvPr id="3" name="Shape 1"/>
          <p:cNvSpPr/>
          <p:nvPr/>
        </p:nvSpPr>
        <p:spPr>
          <a:xfrm>
            <a:off x="658515" y="1694061"/>
            <a:ext cx="423268" cy="423268"/>
          </a:xfrm>
          <a:prstGeom prst="roundRect">
            <a:avLst>
              <a:gd name="adj" fmla="val 18670"/>
            </a:avLst>
          </a:prstGeom>
          <a:solidFill>
            <a:srgbClr val="E9E6FA"/>
          </a:solidFill>
          <a:ln w="7620">
            <a:solidFill>
              <a:srgbClr val="BDB8DF"/>
            </a:solidFill>
            <a:prstDash val="solid"/>
          </a:ln>
        </p:spPr>
        <p:txBody>
          <a:bodyPr/>
          <a:lstStyle/>
          <a:p>
            <a:endParaRPr lang="en-CA" sz="1500"/>
          </a:p>
        </p:txBody>
      </p:sp>
      <p:pic>
        <p:nvPicPr>
          <p:cNvPr id="4" name="Image 0" descr="preencoded.png"/>
          <p:cNvPicPr>
            <a:picLocks noChangeAspect="1"/>
          </p:cNvPicPr>
          <p:nvPr/>
        </p:nvPicPr>
        <p:blipFill>
          <a:blip r:embed="rId3"/>
          <a:stretch>
            <a:fillRect/>
          </a:stretch>
        </p:blipFill>
        <p:spPr>
          <a:xfrm>
            <a:off x="729059" y="1729334"/>
            <a:ext cx="282178" cy="352723"/>
          </a:xfrm>
          <a:prstGeom prst="rect">
            <a:avLst/>
          </a:prstGeom>
        </p:spPr>
      </p:pic>
      <p:sp>
        <p:nvSpPr>
          <p:cNvPr id="5" name="Text 2"/>
          <p:cNvSpPr/>
          <p:nvPr/>
        </p:nvSpPr>
        <p:spPr>
          <a:xfrm>
            <a:off x="1269901" y="1694061"/>
            <a:ext cx="2640807" cy="293886"/>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Comprehensive Logging</a:t>
            </a:r>
            <a:endParaRPr lang="en-US" sz="1833"/>
          </a:p>
        </p:txBody>
      </p:sp>
      <p:sp>
        <p:nvSpPr>
          <p:cNvPr id="6" name="Text 3"/>
          <p:cNvSpPr/>
          <p:nvPr/>
        </p:nvSpPr>
        <p:spPr>
          <a:xfrm>
            <a:off x="1269901" y="2100758"/>
            <a:ext cx="4732040" cy="1203722"/>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Log every user prompt and the corresponding LLM response. Include metadata such as user ID, timestamp, session ID, model version used, data sources consulted (retrieval context), and any safety flags triggered.</a:t>
            </a:r>
            <a:endParaRPr lang="en-US" sz="1458"/>
          </a:p>
        </p:txBody>
      </p:sp>
      <p:sp>
        <p:nvSpPr>
          <p:cNvPr id="7" name="Shape 4"/>
          <p:cNvSpPr/>
          <p:nvPr/>
        </p:nvSpPr>
        <p:spPr>
          <a:xfrm>
            <a:off x="6190059" y="1694061"/>
            <a:ext cx="423268" cy="423268"/>
          </a:xfrm>
          <a:prstGeom prst="roundRect">
            <a:avLst>
              <a:gd name="adj" fmla="val 18670"/>
            </a:avLst>
          </a:prstGeom>
          <a:solidFill>
            <a:srgbClr val="E9E6FA"/>
          </a:solidFill>
          <a:ln w="7620">
            <a:solidFill>
              <a:srgbClr val="BDB8DF"/>
            </a:solidFill>
            <a:prstDash val="solid"/>
          </a:ln>
        </p:spPr>
        <p:txBody>
          <a:bodyPr/>
          <a:lstStyle/>
          <a:p>
            <a:endParaRPr lang="en-CA" sz="1500"/>
          </a:p>
        </p:txBody>
      </p:sp>
      <p:pic>
        <p:nvPicPr>
          <p:cNvPr id="8" name="Image 1" descr="preencoded.png"/>
          <p:cNvPicPr>
            <a:picLocks noChangeAspect="1"/>
          </p:cNvPicPr>
          <p:nvPr/>
        </p:nvPicPr>
        <p:blipFill>
          <a:blip r:embed="rId4"/>
          <a:stretch>
            <a:fillRect/>
          </a:stretch>
        </p:blipFill>
        <p:spPr>
          <a:xfrm>
            <a:off x="6260604" y="1729334"/>
            <a:ext cx="282178" cy="352723"/>
          </a:xfrm>
          <a:prstGeom prst="rect">
            <a:avLst/>
          </a:prstGeom>
        </p:spPr>
      </p:pic>
      <p:sp>
        <p:nvSpPr>
          <p:cNvPr id="9" name="Text 5"/>
          <p:cNvSpPr/>
          <p:nvPr/>
        </p:nvSpPr>
        <p:spPr>
          <a:xfrm>
            <a:off x="6801445" y="1694061"/>
            <a:ext cx="2351882" cy="293886"/>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Secure Storage</a:t>
            </a:r>
            <a:endParaRPr lang="en-US" sz="1833"/>
          </a:p>
        </p:txBody>
      </p:sp>
      <p:sp>
        <p:nvSpPr>
          <p:cNvPr id="10" name="Text 6"/>
          <p:cNvSpPr/>
          <p:nvPr/>
        </p:nvSpPr>
        <p:spPr>
          <a:xfrm>
            <a:off x="6801445" y="2100758"/>
            <a:ext cx="4732040" cy="902792"/>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Store audit logs securely in a dedicated, immutable logging system (e.g., write-once storage, dedicated security logging platform).</a:t>
            </a:r>
            <a:endParaRPr lang="en-US" sz="1458"/>
          </a:p>
        </p:txBody>
      </p:sp>
      <p:sp>
        <p:nvSpPr>
          <p:cNvPr id="11" name="Shape 7"/>
          <p:cNvSpPr/>
          <p:nvPr/>
        </p:nvSpPr>
        <p:spPr>
          <a:xfrm>
            <a:off x="658515" y="3704233"/>
            <a:ext cx="423268" cy="423268"/>
          </a:xfrm>
          <a:prstGeom prst="roundRect">
            <a:avLst>
              <a:gd name="adj" fmla="val 18670"/>
            </a:avLst>
          </a:prstGeom>
          <a:solidFill>
            <a:srgbClr val="E9E6FA"/>
          </a:solidFill>
          <a:ln w="7620">
            <a:solidFill>
              <a:srgbClr val="BDB8DF"/>
            </a:solidFill>
            <a:prstDash val="solid"/>
          </a:ln>
        </p:spPr>
        <p:txBody>
          <a:bodyPr/>
          <a:lstStyle/>
          <a:p>
            <a:endParaRPr lang="en-CA" sz="1500"/>
          </a:p>
        </p:txBody>
      </p:sp>
      <p:pic>
        <p:nvPicPr>
          <p:cNvPr id="12" name="Image 2" descr="preencoded.png"/>
          <p:cNvPicPr>
            <a:picLocks noChangeAspect="1"/>
          </p:cNvPicPr>
          <p:nvPr/>
        </p:nvPicPr>
        <p:blipFill>
          <a:blip r:embed="rId5"/>
          <a:stretch>
            <a:fillRect/>
          </a:stretch>
        </p:blipFill>
        <p:spPr>
          <a:xfrm>
            <a:off x="729059" y="3739505"/>
            <a:ext cx="282178" cy="352723"/>
          </a:xfrm>
          <a:prstGeom prst="rect">
            <a:avLst/>
          </a:prstGeom>
        </p:spPr>
      </p:pic>
      <p:sp>
        <p:nvSpPr>
          <p:cNvPr id="13" name="Text 8"/>
          <p:cNvSpPr/>
          <p:nvPr/>
        </p:nvSpPr>
        <p:spPr>
          <a:xfrm>
            <a:off x="1269901" y="3704233"/>
            <a:ext cx="2351882" cy="293886"/>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Retention Policy</a:t>
            </a:r>
            <a:endParaRPr lang="en-US" sz="1833"/>
          </a:p>
        </p:txBody>
      </p:sp>
      <p:sp>
        <p:nvSpPr>
          <p:cNvPr id="14" name="Text 9"/>
          <p:cNvSpPr/>
          <p:nvPr/>
        </p:nvSpPr>
        <p:spPr>
          <a:xfrm>
            <a:off x="1269901" y="4110931"/>
            <a:ext cx="4732040" cy="902792"/>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Retain audit logs according to relevant compliance requirements and internal security policies (often longer than operational data retention).</a:t>
            </a:r>
            <a:endParaRPr lang="en-US" sz="1458"/>
          </a:p>
        </p:txBody>
      </p:sp>
      <p:sp>
        <p:nvSpPr>
          <p:cNvPr id="15" name="Shape 10"/>
          <p:cNvSpPr/>
          <p:nvPr/>
        </p:nvSpPr>
        <p:spPr>
          <a:xfrm>
            <a:off x="6190059" y="3704233"/>
            <a:ext cx="423268" cy="423268"/>
          </a:xfrm>
          <a:prstGeom prst="roundRect">
            <a:avLst>
              <a:gd name="adj" fmla="val 18670"/>
            </a:avLst>
          </a:prstGeom>
          <a:solidFill>
            <a:srgbClr val="E9E6FA"/>
          </a:solidFill>
          <a:ln w="7620">
            <a:solidFill>
              <a:srgbClr val="BDB8DF"/>
            </a:solidFill>
            <a:prstDash val="solid"/>
          </a:ln>
        </p:spPr>
        <p:txBody>
          <a:bodyPr/>
          <a:lstStyle/>
          <a:p>
            <a:endParaRPr lang="en-CA" sz="1500"/>
          </a:p>
        </p:txBody>
      </p:sp>
      <p:pic>
        <p:nvPicPr>
          <p:cNvPr id="16" name="Image 3" descr="preencoded.png"/>
          <p:cNvPicPr>
            <a:picLocks noChangeAspect="1"/>
          </p:cNvPicPr>
          <p:nvPr/>
        </p:nvPicPr>
        <p:blipFill>
          <a:blip r:embed="rId6"/>
          <a:stretch>
            <a:fillRect/>
          </a:stretch>
        </p:blipFill>
        <p:spPr>
          <a:xfrm>
            <a:off x="6260604" y="3739505"/>
            <a:ext cx="282178" cy="352723"/>
          </a:xfrm>
          <a:prstGeom prst="rect">
            <a:avLst/>
          </a:prstGeom>
        </p:spPr>
      </p:pic>
      <p:sp>
        <p:nvSpPr>
          <p:cNvPr id="17" name="Text 11"/>
          <p:cNvSpPr/>
          <p:nvPr/>
        </p:nvSpPr>
        <p:spPr>
          <a:xfrm>
            <a:off x="6801445" y="3704233"/>
            <a:ext cx="2351882" cy="293886"/>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Access Control</a:t>
            </a:r>
            <a:endParaRPr lang="en-US" sz="1833"/>
          </a:p>
        </p:txBody>
      </p:sp>
      <p:sp>
        <p:nvSpPr>
          <p:cNvPr id="18" name="Text 12"/>
          <p:cNvSpPr/>
          <p:nvPr/>
        </p:nvSpPr>
        <p:spPr>
          <a:xfrm>
            <a:off x="6801445" y="4110931"/>
            <a:ext cx="4732040" cy="601861"/>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Implement strict access control on audit logs, limiting access to authorized security and audit personnel.</a:t>
            </a:r>
            <a:endParaRPr lang="en-US" sz="1458"/>
          </a:p>
        </p:txBody>
      </p:sp>
      <p:sp>
        <p:nvSpPr>
          <p:cNvPr id="19" name="Text 13"/>
          <p:cNvSpPr/>
          <p:nvPr/>
        </p:nvSpPr>
        <p:spPr>
          <a:xfrm>
            <a:off x="658515" y="5225356"/>
            <a:ext cx="10874970" cy="300931"/>
          </a:xfrm>
          <a:prstGeom prst="rect">
            <a:avLst/>
          </a:prstGeom>
          <a:noFill/>
          <a:ln/>
        </p:spPr>
        <p:txBody>
          <a:bodyPr wrap="non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Comprehensive audit logging is essential for security monitoring, forensic review, and compliance.</a:t>
            </a:r>
            <a:endParaRPr lang="en-US" sz="1458"/>
          </a:p>
        </p:txBody>
      </p:sp>
      <p:sp>
        <p:nvSpPr>
          <p:cNvPr id="20" name="Text 14"/>
          <p:cNvSpPr/>
          <p:nvPr/>
        </p:nvSpPr>
        <p:spPr>
          <a:xfrm>
            <a:off x="658515" y="5737920"/>
            <a:ext cx="10874970" cy="601861"/>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Ensure the logging mechanism captures sufficient detail to reconstruct interactions and investigate potential misuse or security incidents.</a:t>
            </a:r>
            <a:endParaRPr lang="en-US" sz="1458"/>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4504" y="644327"/>
            <a:ext cx="4577557" cy="566539"/>
          </a:xfrm>
          <a:prstGeom prst="rect">
            <a:avLst/>
          </a:prstGeom>
          <a:noFill/>
          <a:ln/>
        </p:spPr>
        <p:txBody>
          <a:bodyPr wrap="none" lIns="0" tIns="0" rIns="0" bIns="0" rtlCol="0" anchor="t"/>
          <a:lstStyle/>
          <a:p>
            <a:pPr>
              <a:lnSpc>
                <a:spcPts val="4458"/>
              </a:lnSpc>
            </a:pPr>
            <a:r>
              <a:rPr lang="en-US" sz="3542" b="1">
                <a:solidFill>
                  <a:srgbClr val="231971"/>
                </a:solidFill>
                <a:latin typeface="Outfit Extra Bold" pitchFamily="34" charset="0"/>
                <a:ea typeface="Outfit Extra Bold" pitchFamily="34" charset="-122"/>
                <a:cs typeface="Outfit Extra Bold" pitchFamily="34" charset="-120"/>
              </a:rPr>
              <a:t>Data Retention Policy</a:t>
            </a:r>
            <a:endParaRPr lang="en-US" sz="3542"/>
          </a:p>
        </p:txBody>
      </p:sp>
      <p:sp>
        <p:nvSpPr>
          <p:cNvPr id="3" name="Shape 1"/>
          <p:cNvSpPr/>
          <p:nvPr/>
        </p:nvSpPr>
        <p:spPr>
          <a:xfrm>
            <a:off x="634504" y="2117229"/>
            <a:ext cx="3459758" cy="181273"/>
          </a:xfrm>
          <a:prstGeom prst="roundRect">
            <a:avLst>
              <a:gd name="adj" fmla="val 42007"/>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634504" y="2570361"/>
            <a:ext cx="2674938" cy="283269"/>
          </a:xfrm>
          <a:prstGeom prst="rect">
            <a:avLst/>
          </a:prstGeom>
          <a:noFill/>
          <a:ln/>
        </p:spPr>
        <p:txBody>
          <a:bodyPr wrap="none" lIns="0" tIns="0" rIns="0" bIns="0" rtlCol="0" anchor="t"/>
          <a:lstStyle/>
          <a:p>
            <a:pPr>
              <a:lnSpc>
                <a:spcPts val="2208"/>
              </a:lnSpc>
            </a:pPr>
            <a:r>
              <a:rPr lang="en-US" sz="1750" b="1">
                <a:solidFill>
                  <a:srgbClr val="2A2742"/>
                </a:solidFill>
                <a:latin typeface="Outfit Extra Bold" pitchFamily="34" charset="0"/>
                <a:ea typeface="Outfit Extra Bold" pitchFamily="34" charset="-122"/>
                <a:cs typeface="Outfit Extra Bold" pitchFamily="34" charset="-120"/>
              </a:rPr>
              <a:t>Hot Storage (30-90 days)</a:t>
            </a:r>
            <a:endParaRPr lang="en-US" sz="1750"/>
          </a:p>
        </p:txBody>
      </p:sp>
      <p:sp>
        <p:nvSpPr>
          <p:cNvPr id="5" name="Text 3"/>
          <p:cNvSpPr/>
          <p:nvPr/>
        </p:nvSpPr>
        <p:spPr>
          <a:xfrm>
            <a:off x="634504" y="2962375"/>
            <a:ext cx="3459758" cy="870049"/>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Active analytics database for immediate query access. Supports real-time analysis and recent investigations.</a:t>
            </a:r>
            <a:endParaRPr lang="en-US" sz="1417"/>
          </a:p>
        </p:txBody>
      </p:sp>
      <p:sp>
        <p:nvSpPr>
          <p:cNvPr id="6" name="Shape 4"/>
          <p:cNvSpPr/>
          <p:nvPr/>
        </p:nvSpPr>
        <p:spPr>
          <a:xfrm>
            <a:off x="4366121" y="1845270"/>
            <a:ext cx="3459758" cy="181273"/>
          </a:xfrm>
          <a:prstGeom prst="roundRect">
            <a:avLst>
              <a:gd name="adj" fmla="val 42007"/>
            </a:avLst>
          </a:prstGeom>
          <a:solidFill>
            <a:srgbClr val="E9E6FA"/>
          </a:solidFill>
          <a:ln w="7620">
            <a:solidFill>
              <a:srgbClr val="BDB8DF"/>
            </a:solidFill>
            <a:prstDash val="solid"/>
          </a:ln>
        </p:spPr>
        <p:txBody>
          <a:bodyPr/>
          <a:lstStyle/>
          <a:p>
            <a:endParaRPr lang="en-CA" sz="1500"/>
          </a:p>
        </p:txBody>
      </p:sp>
      <p:sp>
        <p:nvSpPr>
          <p:cNvPr id="7" name="Text 5"/>
          <p:cNvSpPr/>
          <p:nvPr/>
        </p:nvSpPr>
        <p:spPr>
          <a:xfrm>
            <a:off x="4366121" y="2298403"/>
            <a:ext cx="2942531" cy="283269"/>
          </a:xfrm>
          <a:prstGeom prst="rect">
            <a:avLst/>
          </a:prstGeom>
          <a:noFill/>
          <a:ln/>
        </p:spPr>
        <p:txBody>
          <a:bodyPr wrap="none" lIns="0" tIns="0" rIns="0" bIns="0" rtlCol="0" anchor="t"/>
          <a:lstStyle/>
          <a:p>
            <a:pPr>
              <a:lnSpc>
                <a:spcPts val="2208"/>
              </a:lnSpc>
            </a:pPr>
            <a:r>
              <a:rPr lang="en-US" sz="1750" b="1">
                <a:solidFill>
                  <a:srgbClr val="2A2742"/>
                </a:solidFill>
                <a:latin typeface="Outfit Extra Bold" pitchFamily="34" charset="0"/>
                <a:ea typeface="Outfit Extra Bold" pitchFamily="34" charset="-122"/>
                <a:cs typeface="Outfit Extra Bold" pitchFamily="34" charset="-120"/>
              </a:rPr>
              <a:t>Warm Storage (Up to 1 year)</a:t>
            </a:r>
            <a:endParaRPr lang="en-US" sz="1750"/>
          </a:p>
        </p:txBody>
      </p:sp>
      <p:sp>
        <p:nvSpPr>
          <p:cNvPr id="8" name="Text 6"/>
          <p:cNvSpPr/>
          <p:nvPr/>
        </p:nvSpPr>
        <p:spPr>
          <a:xfrm>
            <a:off x="4366121" y="2690416"/>
            <a:ext cx="3459758" cy="1160066"/>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Cheaper disk or cloud storage (e.g., S3 Standard) for less frequent access. Supports extended investigations and compliance requirements.</a:t>
            </a:r>
            <a:endParaRPr lang="en-US" sz="1417"/>
          </a:p>
        </p:txBody>
      </p:sp>
      <p:sp>
        <p:nvSpPr>
          <p:cNvPr id="9" name="Shape 7"/>
          <p:cNvSpPr/>
          <p:nvPr/>
        </p:nvSpPr>
        <p:spPr>
          <a:xfrm>
            <a:off x="8097739" y="1573411"/>
            <a:ext cx="3459758" cy="181273"/>
          </a:xfrm>
          <a:prstGeom prst="roundRect">
            <a:avLst>
              <a:gd name="adj" fmla="val 42007"/>
            </a:avLst>
          </a:prstGeom>
          <a:solidFill>
            <a:srgbClr val="E9E6FA"/>
          </a:solidFill>
          <a:ln w="7620">
            <a:solidFill>
              <a:srgbClr val="BDB8DF"/>
            </a:solidFill>
            <a:prstDash val="solid"/>
          </a:ln>
        </p:spPr>
        <p:txBody>
          <a:bodyPr/>
          <a:lstStyle/>
          <a:p>
            <a:endParaRPr lang="en-CA" sz="1500"/>
          </a:p>
        </p:txBody>
      </p:sp>
      <p:sp>
        <p:nvSpPr>
          <p:cNvPr id="10" name="Text 8"/>
          <p:cNvSpPr/>
          <p:nvPr/>
        </p:nvSpPr>
        <p:spPr>
          <a:xfrm>
            <a:off x="8097739" y="2026544"/>
            <a:ext cx="3459758" cy="566539"/>
          </a:xfrm>
          <a:prstGeom prst="rect">
            <a:avLst/>
          </a:prstGeom>
          <a:noFill/>
          <a:ln/>
        </p:spPr>
        <p:txBody>
          <a:bodyPr wrap="square" lIns="0" tIns="0" rIns="0" bIns="0" rtlCol="0" anchor="t"/>
          <a:lstStyle/>
          <a:p>
            <a:pPr>
              <a:lnSpc>
                <a:spcPts val="2208"/>
              </a:lnSpc>
            </a:pPr>
            <a:r>
              <a:rPr lang="en-US" sz="1750" b="1">
                <a:solidFill>
                  <a:srgbClr val="2A2742"/>
                </a:solidFill>
                <a:latin typeface="Outfit Extra Bold" pitchFamily="34" charset="0"/>
                <a:ea typeface="Outfit Extra Bold" pitchFamily="34" charset="-122"/>
                <a:cs typeface="Outfit Extra Bold" pitchFamily="34" charset="-120"/>
              </a:rPr>
              <a:t>Cold Storage (Remainder of retention period)</a:t>
            </a:r>
            <a:endParaRPr lang="en-US" sz="1750"/>
          </a:p>
        </p:txBody>
      </p:sp>
      <p:sp>
        <p:nvSpPr>
          <p:cNvPr id="11" name="Text 9"/>
          <p:cNvSpPr/>
          <p:nvPr/>
        </p:nvSpPr>
        <p:spPr>
          <a:xfrm>
            <a:off x="8097739" y="2701826"/>
            <a:ext cx="3459758" cy="1160066"/>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Archival storage (e.g., S3 Glacier Deep Archive, Azure Archive Storage) for long-term compliance. Minimal access expected.</a:t>
            </a:r>
            <a:endParaRPr lang="en-US" sz="1417"/>
          </a:p>
        </p:txBody>
      </p:sp>
      <p:sp>
        <p:nvSpPr>
          <p:cNvPr id="12" name="Text 10"/>
          <p:cNvSpPr/>
          <p:nvPr/>
        </p:nvSpPr>
        <p:spPr>
          <a:xfrm>
            <a:off x="634504" y="4065786"/>
            <a:ext cx="10922993" cy="580033"/>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Defining data retention periods is crucial for compliance, operational needs, and cost management. Policies must differentiate between raw and processed data.</a:t>
            </a:r>
            <a:endParaRPr lang="en-US" sz="1417"/>
          </a:p>
        </p:txBody>
      </p:sp>
      <p:sp>
        <p:nvSpPr>
          <p:cNvPr id="13" name="Text 11"/>
          <p:cNvSpPr/>
          <p:nvPr/>
        </p:nvSpPr>
        <p:spPr>
          <a:xfrm>
            <a:off x="634504" y="4849714"/>
            <a:ext cx="10922993" cy="580033"/>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Implementing tiered storage aligned with retention policies is essential for cost optimization. TTL (Time-To-Live) mechanisms within databases can automate the deletion of data from active tiers, while separate archival processes handle moving data to cold storage.</a:t>
            </a:r>
            <a:endParaRPr lang="en-US" sz="1417"/>
          </a:p>
        </p:txBody>
      </p:sp>
      <p:sp>
        <p:nvSpPr>
          <p:cNvPr id="14" name="Text 12"/>
          <p:cNvSpPr/>
          <p:nvPr/>
        </p:nvSpPr>
        <p:spPr>
          <a:xfrm>
            <a:off x="634504" y="5633641"/>
            <a:ext cx="10922993" cy="580033"/>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The data retention policy requires formal sign-off from stakeholders, typically including the CISO, Legal/Compliance department, and potentially a Data Governance Committee.</a:t>
            </a:r>
            <a:endParaRPr lang="en-US" sz="1417"/>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9621" y="486867"/>
            <a:ext cx="4426347" cy="553244"/>
          </a:xfrm>
          <a:prstGeom prst="rect">
            <a:avLst/>
          </a:prstGeom>
          <a:noFill/>
          <a:ln/>
        </p:spPr>
        <p:txBody>
          <a:bodyPr wrap="none" lIns="0" tIns="0" rIns="0" bIns="0" rtlCol="0" anchor="t"/>
          <a:lstStyle/>
          <a:p>
            <a:pPr>
              <a:lnSpc>
                <a:spcPts val="4333"/>
              </a:lnSpc>
            </a:pPr>
            <a:r>
              <a:rPr lang="en-US" sz="3458" b="1">
                <a:solidFill>
                  <a:srgbClr val="231971"/>
                </a:solidFill>
                <a:latin typeface="Outfit Extra Bold" pitchFamily="34" charset="0"/>
                <a:ea typeface="Outfit Extra Bold" pitchFamily="34" charset="-122"/>
                <a:cs typeface="Outfit Extra Bold" pitchFamily="34" charset="-120"/>
              </a:rPr>
              <a:t>MLOps / Deployment</a:t>
            </a:r>
            <a:endParaRPr lang="en-US" sz="3458"/>
          </a:p>
        </p:txBody>
      </p:sp>
      <p:pic>
        <p:nvPicPr>
          <p:cNvPr id="3" name="Image 0" descr="preencoded.png"/>
          <p:cNvPicPr>
            <a:picLocks noChangeAspect="1"/>
          </p:cNvPicPr>
          <p:nvPr/>
        </p:nvPicPr>
        <p:blipFill>
          <a:blip r:embed="rId3"/>
          <a:stretch>
            <a:fillRect/>
          </a:stretch>
        </p:blipFill>
        <p:spPr>
          <a:xfrm>
            <a:off x="2680097" y="1394123"/>
            <a:ext cx="1355328" cy="1019969"/>
          </a:xfrm>
          <a:prstGeom prst="rect">
            <a:avLst/>
          </a:prstGeom>
        </p:spPr>
      </p:pic>
      <p:sp>
        <p:nvSpPr>
          <p:cNvPr id="4" name="Text 1"/>
          <p:cNvSpPr/>
          <p:nvPr/>
        </p:nvSpPr>
        <p:spPr>
          <a:xfrm>
            <a:off x="3233242" y="1874937"/>
            <a:ext cx="248940" cy="311150"/>
          </a:xfrm>
          <a:prstGeom prst="rect">
            <a:avLst/>
          </a:prstGeom>
          <a:noFill/>
          <a:ln/>
        </p:spPr>
        <p:txBody>
          <a:bodyPr wrap="none" lIns="0" tIns="0" rIns="0" bIns="0" rtlCol="0" anchor="t"/>
          <a:lstStyle/>
          <a:p>
            <a:pPr algn="ctr">
              <a:lnSpc>
                <a:spcPts val="3125"/>
              </a:lnSpc>
            </a:pPr>
            <a:r>
              <a:rPr lang="en-US" sz="1958" b="1">
                <a:solidFill>
                  <a:srgbClr val="2A2742"/>
                </a:solidFill>
                <a:latin typeface="Outfit Extra Bold" pitchFamily="34" charset="0"/>
                <a:ea typeface="Outfit Extra Bold" pitchFamily="34" charset="-122"/>
                <a:cs typeface="Outfit Extra Bold" pitchFamily="34" charset="-120"/>
              </a:rPr>
              <a:t>1</a:t>
            </a:r>
            <a:endParaRPr lang="en-US" sz="1958"/>
          </a:p>
        </p:txBody>
      </p:sp>
      <p:sp>
        <p:nvSpPr>
          <p:cNvPr id="5" name="Text 2"/>
          <p:cNvSpPr/>
          <p:nvPr/>
        </p:nvSpPr>
        <p:spPr>
          <a:xfrm>
            <a:off x="4212432" y="1571129"/>
            <a:ext cx="2213173"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CI/CD Pipeline</a:t>
            </a:r>
            <a:endParaRPr lang="en-US" sz="1708"/>
          </a:p>
        </p:txBody>
      </p:sp>
      <p:sp>
        <p:nvSpPr>
          <p:cNvPr id="6" name="Text 3"/>
          <p:cNvSpPr/>
          <p:nvPr/>
        </p:nvSpPr>
        <p:spPr>
          <a:xfrm>
            <a:off x="4212432" y="1953915"/>
            <a:ext cx="2282924"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Automated build, test, deploy</a:t>
            </a:r>
            <a:endParaRPr lang="en-US" sz="1375"/>
          </a:p>
        </p:txBody>
      </p:sp>
      <p:sp>
        <p:nvSpPr>
          <p:cNvPr id="7" name="Shape 4"/>
          <p:cNvSpPr/>
          <p:nvPr/>
        </p:nvSpPr>
        <p:spPr>
          <a:xfrm>
            <a:off x="4079677" y="2428280"/>
            <a:ext cx="7448451" cy="9525"/>
          </a:xfrm>
          <a:prstGeom prst="roundRect">
            <a:avLst>
              <a:gd name="adj" fmla="val 780718"/>
            </a:avLst>
          </a:prstGeom>
          <a:solidFill>
            <a:srgbClr val="BDB8DF"/>
          </a:solidFill>
          <a:ln/>
        </p:spPr>
        <p:txBody>
          <a:bodyPr/>
          <a:lstStyle/>
          <a:p>
            <a:endParaRPr lang="en-CA" sz="1500"/>
          </a:p>
        </p:txBody>
      </p:sp>
      <p:pic>
        <p:nvPicPr>
          <p:cNvPr id="8" name="Image 1" descr="preencoded.png"/>
          <p:cNvPicPr>
            <a:picLocks noChangeAspect="1"/>
          </p:cNvPicPr>
          <p:nvPr/>
        </p:nvPicPr>
        <p:blipFill>
          <a:blip r:embed="rId4"/>
          <a:stretch>
            <a:fillRect/>
          </a:stretch>
        </p:blipFill>
        <p:spPr>
          <a:xfrm>
            <a:off x="2002334" y="2458344"/>
            <a:ext cx="2710756" cy="1019969"/>
          </a:xfrm>
          <a:prstGeom prst="rect">
            <a:avLst/>
          </a:prstGeom>
        </p:spPr>
      </p:pic>
      <p:sp>
        <p:nvSpPr>
          <p:cNvPr id="9" name="Text 5"/>
          <p:cNvSpPr/>
          <p:nvPr/>
        </p:nvSpPr>
        <p:spPr>
          <a:xfrm>
            <a:off x="3233242" y="2812753"/>
            <a:ext cx="248940" cy="311150"/>
          </a:xfrm>
          <a:prstGeom prst="rect">
            <a:avLst/>
          </a:prstGeom>
          <a:noFill/>
          <a:ln/>
        </p:spPr>
        <p:txBody>
          <a:bodyPr wrap="none" lIns="0" tIns="0" rIns="0" bIns="0" rtlCol="0" anchor="t"/>
          <a:lstStyle/>
          <a:p>
            <a:pPr algn="ctr">
              <a:lnSpc>
                <a:spcPts val="3125"/>
              </a:lnSpc>
            </a:pPr>
            <a:r>
              <a:rPr lang="en-US" sz="1958" b="1">
                <a:solidFill>
                  <a:srgbClr val="2A2742"/>
                </a:solidFill>
                <a:latin typeface="Outfit Extra Bold" pitchFamily="34" charset="0"/>
                <a:ea typeface="Outfit Extra Bold" pitchFamily="34" charset="-122"/>
                <a:cs typeface="Outfit Extra Bold" pitchFamily="34" charset="-120"/>
              </a:rPr>
              <a:t>2</a:t>
            </a:r>
            <a:endParaRPr lang="en-US" sz="1958"/>
          </a:p>
        </p:txBody>
      </p:sp>
      <p:sp>
        <p:nvSpPr>
          <p:cNvPr id="10" name="Text 6"/>
          <p:cNvSpPr/>
          <p:nvPr/>
        </p:nvSpPr>
        <p:spPr>
          <a:xfrm>
            <a:off x="4890095" y="2635349"/>
            <a:ext cx="2213173"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Model Registry</a:t>
            </a:r>
            <a:endParaRPr lang="en-US" sz="1708"/>
          </a:p>
        </p:txBody>
      </p:sp>
      <p:sp>
        <p:nvSpPr>
          <p:cNvPr id="11" name="Text 7"/>
          <p:cNvSpPr/>
          <p:nvPr/>
        </p:nvSpPr>
        <p:spPr>
          <a:xfrm>
            <a:off x="4890095" y="3018135"/>
            <a:ext cx="2686248"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Version tracking and management</a:t>
            </a:r>
            <a:endParaRPr lang="en-US" sz="1375"/>
          </a:p>
        </p:txBody>
      </p:sp>
      <p:sp>
        <p:nvSpPr>
          <p:cNvPr id="12" name="Shape 8"/>
          <p:cNvSpPr/>
          <p:nvPr/>
        </p:nvSpPr>
        <p:spPr>
          <a:xfrm>
            <a:off x="4757341" y="3492500"/>
            <a:ext cx="6770787" cy="9525"/>
          </a:xfrm>
          <a:prstGeom prst="roundRect">
            <a:avLst>
              <a:gd name="adj" fmla="val 780718"/>
            </a:avLst>
          </a:prstGeom>
          <a:solidFill>
            <a:srgbClr val="BDB8DF"/>
          </a:solidFill>
          <a:ln/>
        </p:spPr>
        <p:txBody>
          <a:bodyPr/>
          <a:lstStyle/>
          <a:p>
            <a:endParaRPr lang="en-CA" sz="1500"/>
          </a:p>
        </p:txBody>
      </p:sp>
      <p:pic>
        <p:nvPicPr>
          <p:cNvPr id="13" name="Image 2" descr="preencoded.png"/>
          <p:cNvPicPr>
            <a:picLocks noChangeAspect="1"/>
          </p:cNvPicPr>
          <p:nvPr/>
        </p:nvPicPr>
        <p:blipFill>
          <a:blip r:embed="rId5"/>
          <a:stretch>
            <a:fillRect/>
          </a:stretch>
        </p:blipFill>
        <p:spPr>
          <a:xfrm>
            <a:off x="1324669" y="3522564"/>
            <a:ext cx="4066183" cy="1019969"/>
          </a:xfrm>
          <a:prstGeom prst="rect">
            <a:avLst/>
          </a:prstGeom>
        </p:spPr>
      </p:pic>
      <p:pic>
        <p:nvPicPr>
          <p:cNvPr id="14" name="Image 3" descr="preencoded.png"/>
          <p:cNvPicPr>
            <a:picLocks noChangeAspect="1"/>
          </p:cNvPicPr>
          <p:nvPr/>
        </p:nvPicPr>
        <p:blipFill>
          <a:blip r:embed="rId6"/>
          <a:stretch>
            <a:fillRect/>
          </a:stretch>
        </p:blipFill>
        <p:spPr>
          <a:xfrm>
            <a:off x="3233242" y="3876973"/>
            <a:ext cx="248940" cy="311150"/>
          </a:xfrm>
          <a:prstGeom prst="rect">
            <a:avLst/>
          </a:prstGeom>
        </p:spPr>
      </p:pic>
      <p:sp>
        <p:nvSpPr>
          <p:cNvPr id="15" name="Text 9"/>
          <p:cNvSpPr/>
          <p:nvPr/>
        </p:nvSpPr>
        <p:spPr>
          <a:xfrm>
            <a:off x="5567859" y="3699569"/>
            <a:ext cx="2301578"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Serving Infrastructure</a:t>
            </a:r>
            <a:endParaRPr lang="en-US" sz="1708"/>
          </a:p>
        </p:txBody>
      </p:sp>
      <p:sp>
        <p:nvSpPr>
          <p:cNvPr id="16" name="Text 10"/>
          <p:cNvSpPr/>
          <p:nvPr/>
        </p:nvSpPr>
        <p:spPr>
          <a:xfrm>
            <a:off x="5567858" y="4082356"/>
            <a:ext cx="2420640"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Scalable inference deployment</a:t>
            </a:r>
            <a:endParaRPr lang="en-US" sz="1375"/>
          </a:p>
        </p:txBody>
      </p:sp>
      <p:sp>
        <p:nvSpPr>
          <p:cNvPr id="17" name="Shape 11"/>
          <p:cNvSpPr/>
          <p:nvPr/>
        </p:nvSpPr>
        <p:spPr>
          <a:xfrm>
            <a:off x="5435104" y="4556720"/>
            <a:ext cx="6093023" cy="9525"/>
          </a:xfrm>
          <a:prstGeom prst="roundRect">
            <a:avLst>
              <a:gd name="adj" fmla="val 780718"/>
            </a:avLst>
          </a:prstGeom>
          <a:solidFill>
            <a:srgbClr val="BDB8DF"/>
          </a:solidFill>
          <a:ln/>
        </p:spPr>
        <p:txBody>
          <a:bodyPr/>
          <a:lstStyle/>
          <a:p>
            <a:endParaRPr lang="en-CA" sz="1500"/>
          </a:p>
        </p:txBody>
      </p:sp>
      <p:pic>
        <p:nvPicPr>
          <p:cNvPr id="18" name="Image 4" descr="preencoded.png"/>
          <p:cNvPicPr>
            <a:picLocks noChangeAspect="1"/>
          </p:cNvPicPr>
          <p:nvPr/>
        </p:nvPicPr>
        <p:blipFill>
          <a:blip r:embed="rId7"/>
          <a:stretch>
            <a:fillRect/>
          </a:stretch>
        </p:blipFill>
        <p:spPr>
          <a:xfrm>
            <a:off x="646906" y="4586784"/>
            <a:ext cx="5421610" cy="1019969"/>
          </a:xfrm>
          <a:prstGeom prst="rect">
            <a:avLst/>
          </a:prstGeom>
        </p:spPr>
      </p:pic>
      <p:sp>
        <p:nvSpPr>
          <p:cNvPr id="19" name="Text 12"/>
          <p:cNvSpPr/>
          <p:nvPr/>
        </p:nvSpPr>
        <p:spPr>
          <a:xfrm>
            <a:off x="3233242" y="4941193"/>
            <a:ext cx="248940" cy="311150"/>
          </a:xfrm>
          <a:prstGeom prst="rect">
            <a:avLst/>
          </a:prstGeom>
          <a:noFill/>
          <a:ln/>
        </p:spPr>
        <p:txBody>
          <a:bodyPr wrap="none" lIns="0" tIns="0" rIns="0" bIns="0" rtlCol="0" anchor="t"/>
          <a:lstStyle/>
          <a:p>
            <a:pPr algn="ctr">
              <a:lnSpc>
                <a:spcPts val="3125"/>
              </a:lnSpc>
            </a:pPr>
            <a:r>
              <a:rPr lang="en-US" sz="1958" b="1">
                <a:solidFill>
                  <a:srgbClr val="2A2742"/>
                </a:solidFill>
                <a:latin typeface="Outfit Extra Bold" pitchFamily="34" charset="0"/>
                <a:ea typeface="Outfit Extra Bold" pitchFamily="34" charset="-122"/>
                <a:cs typeface="Outfit Extra Bold" pitchFamily="34" charset="-120"/>
              </a:rPr>
              <a:t>4</a:t>
            </a:r>
            <a:endParaRPr lang="en-US" sz="1958"/>
          </a:p>
        </p:txBody>
      </p:sp>
      <p:sp>
        <p:nvSpPr>
          <p:cNvPr id="20" name="Text 13"/>
          <p:cNvSpPr/>
          <p:nvPr/>
        </p:nvSpPr>
        <p:spPr>
          <a:xfrm>
            <a:off x="6245523" y="4763790"/>
            <a:ext cx="2383830"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Monitoring &amp; Feedback</a:t>
            </a:r>
            <a:endParaRPr lang="en-US" sz="1708"/>
          </a:p>
        </p:txBody>
      </p:sp>
      <p:sp>
        <p:nvSpPr>
          <p:cNvPr id="21" name="Text 14"/>
          <p:cNvSpPr/>
          <p:nvPr/>
        </p:nvSpPr>
        <p:spPr>
          <a:xfrm>
            <a:off x="6245523" y="5146576"/>
            <a:ext cx="3098998"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Performance tracking and improvement</a:t>
            </a:r>
            <a:endParaRPr lang="en-US" sz="1375"/>
          </a:p>
        </p:txBody>
      </p:sp>
      <p:sp>
        <p:nvSpPr>
          <p:cNvPr id="22" name="Text 15"/>
          <p:cNvSpPr/>
          <p:nvPr/>
        </p:nvSpPr>
        <p:spPr>
          <a:xfrm>
            <a:off x="619621" y="5805885"/>
            <a:ext cx="10952758" cy="566341"/>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Efficiently developing, deploying, and managing the ML models and the overall platform requires robust MLOps practices and a well-defined deployment strategy.</a:t>
            </a:r>
            <a:endParaRPr lang="en-US" sz="1375"/>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2691" y="449957"/>
            <a:ext cx="4851797" cy="511274"/>
          </a:xfrm>
          <a:prstGeom prst="rect">
            <a:avLst/>
          </a:prstGeom>
          <a:noFill/>
          <a:ln/>
        </p:spPr>
        <p:txBody>
          <a:bodyPr wrap="none" lIns="0" tIns="0" rIns="0" bIns="0" rtlCol="0" anchor="t"/>
          <a:lstStyle/>
          <a:p>
            <a:pPr>
              <a:lnSpc>
                <a:spcPts val="4000"/>
              </a:lnSpc>
            </a:pPr>
            <a:r>
              <a:rPr lang="en-US" sz="3208" b="1">
                <a:solidFill>
                  <a:srgbClr val="231971"/>
                </a:solidFill>
                <a:latin typeface="Outfit Extra Bold" pitchFamily="34" charset="0"/>
                <a:ea typeface="Outfit Extra Bold" pitchFamily="34" charset="-122"/>
                <a:cs typeface="Outfit Extra Bold" pitchFamily="34" charset="-120"/>
              </a:rPr>
              <a:t>Serving Path Comparison</a:t>
            </a:r>
            <a:endParaRPr lang="en-US" sz="3208"/>
          </a:p>
        </p:txBody>
      </p:sp>
      <p:sp>
        <p:nvSpPr>
          <p:cNvPr id="3" name="Text 1"/>
          <p:cNvSpPr/>
          <p:nvPr/>
        </p:nvSpPr>
        <p:spPr>
          <a:xfrm>
            <a:off x="572691" y="1370211"/>
            <a:ext cx="2462213" cy="511373"/>
          </a:xfrm>
          <a:prstGeom prst="rect">
            <a:avLst/>
          </a:prstGeom>
          <a:noFill/>
          <a:ln/>
        </p:spPr>
        <p:txBody>
          <a:bodyPr wrap="square" lIns="0" tIns="0" rIns="0" bIns="0" rtlCol="0" anchor="t"/>
          <a:lstStyle/>
          <a:p>
            <a:pPr>
              <a:lnSpc>
                <a:spcPts val="2000"/>
              </a:lnSpc>
            </a:pPr>
            <a:r>
              <a:rPr lang="en-US" sz="1583" b="1">
                <a:solidFill>
                  <a:srgbClr val="231971"/>
                </a:solidFill>
                <a:latin typeface="Outfit Extra Bold" pitchFamily="34" charset="0"/>
                <a:ea typeface="Outfit Extra Bold" pitchFamily="34" charset="-122"/>
                <a:cs typeface="Outfit Extra Bold" pitchFamily="34" charset="-120"/>
              </a:rPr>
              <a:t>Triton Inference Server (NVIDIA)</a:t>
            </a:r>
            <a:endParaRPr lang="en-US" sz="1583"/>
          </a:p>
        </p:txBody>
      </p:sp>
      <p:sp>
        <p:nvSpPr>
          <p:cNvPr id="4" name="Text 2"/>
          <p:cNvSpPr/>
          <p:nvPr/>
        </p:nvSpPr>
        <p:spPr>
          <a:xfrm>
            <a:off x="572691" y="2045196"/>
            <a:ext cx="2462213" cy="2355652"/>
          </a:xfrm>
          <a:prstGeom prst="rect">
            <a:avLst/>
          </a:prstGeom>
          <a:noFill/>
          <a:ln/>
        </p:spPr>
        <p:txBody>
          <a:bodyPr wrap="squar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High-performance inference server supporting multiple frameworks (TensorFlow, PyTorch, TensorRT) and backends. Offers features like dynamic batching, model ensembling, and GPU optimization. Can be complex to configure.</a:t>
            </a:r>
            <a:endParaRPr lang="en-US" sz="1250"/>
          </a:p>
        </p:txBody>
      </p:sp>
      <p:sp>
        <p:nvSpPr>
          <p:cNvPr id="5" name="Text 3"/>
          <p:cNvSpPr/>
          <p:nvPr/>
        </p:nvSpPr>
        <p:spPr>
          <a:xfrm>
            <a:off x="3440510" y="1370211"/>
            <a:ext cx="2045394" cy="255687"/>
          </a:xfrm>
          <a:prstGeom prst="rect">
            <a:avLst/>
          </a:prstGeom>
          <a:noFill/>
          <a:ln/>
        </p:spPr>
        <p:txBody>
          <a:bodyPr wrap="none" lIns="0" tIns="0" rIns="0" bIns="0" rtlCol="0" anchor="t"/>
          <a:lstStyle/>
          <a:p>
            <a:pPr>
              <a:lnSpc>
                <a:spcPts val="2000"/>
              </a:lnSpc>
            </a:pPr>
            <a:r>
              <a:rPr lang="en-US" sz="1583" b="1">
                <a:solidFill>
                  <a:srgbClr val="231971"/>
                </a:solidFill>
                <a:latin typeface="Outfit Extra Bold" pitchFamily="34" charset="0"/>
                <a:ea typeface="Outfit Extra Bold" pitchFamily="34" charset="-122"/>
                <a:cs typeface="Outfit Extra Bold" pitchFamily="34" charset="-120"/>
              </a:rPr>
              <a:t>vLLM</a:t>
            </a:r>
            <a:endParaRPr lang="en-US" sz="1583"/>
          </a:p>
        </p:txBody>
      </p:sp>
      <p:sp>
        <p:nvSpPr>
          <p:cNvPr id="6" name="Text 4"/>
          <p:cNvSpPr/>
          <p:nvPr/>
        </p:nvSpPr>
        <p:spPr>
          <a:xfrm>
            <a:off x="3440509" y="1789509"/>
            <a:ext cx="2462213" cy="1832173"/>
          </a:xfrm>
          <a:prstGeom prst="rect">
            <a:avLst/>
          </a:prstGeom>
          <a:noFill/>
          <a:ln/>
        </p:spPr>
        <p:txBody>
          <a:bodyPr wrap="squar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An open-source library specifically designed for fast LLM inference and serving. Uses techniques like PagedAttention to optimize memory usage and throughput for LLMs. Gaining popularity for its performance.</a:t>
            </a:r>
            <a:endParaRPr lang="en-US" sz="1250"/>
          </a:p>
        </p:txBody>
      </p:sp>
      <p:sp>
        <p:nvSpPr>
          <p:cNvPr id="7" name="Text 5"/>
          <p:cNvSpPr/>
          <p:nvPr/>
        </p:nvSpPr>
        <p:spPr>
          <a:xfrm>
            <a:off x="6308329" y="1370211"/>
            <a:ext cx="2045394" cy="255687"/>
          </a:xfrm>
          <a:prstGeom prst="rect">
            <a:avLst/>
          </a:prstGeom>
          <a:noFill/>
          <a:ln/>
        </p:spPr>
        <p:txBody>
          <a:bodyPr wrap="none" lIns="0" tIns="0" rIns="0" bIns="0" rtlCol="0" anchor="t"/>
          <a:lstStyle/>
          <a:p>
            <a:pPr>
              <a:lnSpc>
                <a:spcPts val="2000"/>
              </a:lnSpc>
            </a:pPr>
            <a:r>
              <a:rPr lang="en-US" sz="1583" b="1">
                <a:solidFill>
                  <a:srgbClr val="231971"/>
                </a:solidFill>
                <a:latin typeface="Outfit Extra Bold" pitchFamily="34" charset="0"/>
                <a:ea typeface="Outfit Extra Bold" pitchFamily="34" charset="-122"/>
                <a:cs typeface="Outfit Extra Bold" pitchFamily="34" charset="-120"/>
              </a:rPr>
              <a:t>Ollama</a:t>
            </a:r>
            <a:endParaRPr lang="en-US" sz="1583"/>
          </a:p>
        </p:txBody>
      </p:sp>
      <p:sp>
        <p:nvSpPr>
          <p:cNvPr id="8" name="Text 6"/>
          <p:cNvSpPr/>
          <p:nvPr/>
        </p:nvSpPr>
        <p:spPr>
          <a:xfrm>
            <a:off x="6308329" y="1789509"/>
            <a:ext cx="2462213" cy="1832173"/>
          </a:xfrm>
          <a:prstGeom prst="rect">
            <a:avLst/>
          </a:prstGeom>
          <a:noFill/>
          <a:ln/>
        </p:spPr>
        <p:txBody>
          <a:bodyPr wrap="squar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Focuses on ease of use for running LLMs locally or deploying them simply. May lack some advanced performance optimization or production features compared to Triton or vLLM.</a:t>
            </a:r>
            <a:endParaRPr lang="en-US" sz="1250"/>
          </a:p>
        </p:txBody>
      </p:sp>
      <p:sp>
        <p:nvSpPr>
          <p:cNvPr id="9" name="Text 7"/>
          <p:cNvSpPr/>
          <p:nvPr/>
        </p:nvSpPr>
        <p:spPr>
          <a:xfrm>
            <a:off x="9176147" y="1370211"/>
            <a:ext cx="2462213" cy="511373"/>
          </a:xfrm>
          <a:prstGeom prst="rect">
            <a:avLst/>
          </a:prstGeom>
          <a:noFill/>
          <a:ln/>
        </p:spPr>
        <p:txBody>
          <a:bodyPr wrap="square" lIns="0" tIns="0" rIns="0" bIns="0" rtlCol="0" anchor="t"/>
          <a:lstStyle/>
          <a:p>
            <a:pPr>
              <a:lnSpc>
                <a:spcPts val="2000"/>
              </a:lnSpc>
            </a:pPr>
            <a:r>
              <a:rPr lang="en-US" sz="1583" b="1">
                <a:solidFill>
                  <a:srgbClr val="231971"/>
                </a:solidFill>
                <a:latin typeface="Outfit Extra Bold" pitchFamily="34" charset="0"/>
                <a:ea typeface="Outfit Extra Bold" pitchFamily="34" charset="-122"/>
                <a:cs typeface="Outfit Extra Bold" pitchFamily="34" charset="-120"/>
              </a:rPr>
              <a:t>Custom FastAPI/Flask + Transformers</a:t>
            </a:r>
            <a:endParaRPr lang="en-US" sz="1583"/>
          </a:p>
        </p:txBody>
      </p:sp>
      <p:sp>
        <p:nvSpPr>
          <p:cNvPr id="10" name="Text 8"/>
          <p:cNvSpPr/>
          <p:nvPr/>
        </p:nvSpPr>
        <p:spPr>
          <a:xfrm>
            <a:off x="9176147" y="2045196"/>
            <a:ext cx="2462213" cy="2093913"/>
          </a:xfrm>
          <a:prstGeom prst="rect">
            <a:avLst/>
          </a:prstGeom>
          <a:noFill/>
          <a:ln/>
        </p:spPr>
        <p:txBody>
          <a:bodyPr wrap="squar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Building a custom serving layer using web frameworks and libraries like Hugging Face Transformers. Offers maximum flexibility but requires implementing features like batching, queuing, and scaling manually.</a:t>
            </a:r>
            <a:endParaRPr lang="en-US" sz="1250"/>
          </a:p>
        </p:txBody>
      </p:sp>
      <p:sp>
        <p:nvSpPr>
          <p:cNvPr id="11" name="Text 9"/>
          <p:cNvSpPr/>
          <p:nvPr/>
        </p:nvSpPr>
        <p:spPr>
          <a:xfrm>
            <a:off x="572691" y="4732140"/>
            <a:ext cx="11046619" cy="261739"/>
          </a:xfrm>
          <a:prstGeom prst="rect">
            <a:avLst/>
          </a:prstGeom>
          <a:noFill/>
          <a:ln/>
        </p:spPr>
        <p:txBody>
          <a:bodyPr wrap="non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Serving the fine-tuned LLM efficiently and reliably requires a dedicated inference serving platform.</a:t>
            </a:r>
            <a:endParaRPr lang="en-US" sz="1250"/>
          </a:p>
        </p:txBody>
      </p:sp>
      <p:sp>
        <p:nvSpPr>
          <p:cNvPr id="12" name="Text 10"/>
          <p:cNvSpPr/>
          <p:nvPr/>
        </p:nvSpPr>
        <p:spPr>
          <a:xfrm>
            <a:off x="572691" y="5177929"/>
            <a:ext cx="11046619" cy="523478"/>
          </a:xfrm>
          <a:prstGeom prst="rect">
            <a:avLst/>
          </a:prstGeom>
          <a:noFill/>
          <a:ln/>
        </p:spPr>
        <p:txBody>
          <a:bodyPr wrap="squar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Recommendation: For high-throughput, low-latency LLM serving, vLLM is a strong contender due to its specific optimizations for LLMs. Triton is a more general-purpose, mature option suitable if serving diverse model types is required.</a:t>
            </a:r>
            <a:endParaRPr lang="en-US" sz="1250"/>
          </a:p>
        </p:txBody>
      </p:sp>
      <p:sp>
        <p:nvSpPr>
          <p:cNvPr id="13" name="Text 11"/>
          <p:cNvSpPr/>
          <p:nvPr/>
        </p:nvSpPr>
        <p:spPr>
          <a:xfrm>
            <a:off x="572691" y="5885458"/>
            <a:ext cx="11046619" cy="523478"/>
          </a:xfrm>
          <a:prstGeom prst="rect">
            <a:avLst/>
          </a:prstGeom>
          <a:noFill/>
          <a:ln/>
        </p:spPr>
        <p:txBody>
          <a:bodyPr wrap="squar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Evaluate based on performance benchmarks with the chosen fine-tuned model and GPU hardware. Consider if GPU multi-tenant isolation is needed if multiple models or tenants share GPUs, which Triton might handle more robustly.</a:t>
            </a:r>
            <a:endParaRPr lang="en-US" sz="125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1131" y="495895"/>
            <a:ext cx="5634335" cy="563563"/>
          </a:xfrm>
          <a:prstGeom prst="rect">
            <a:avLst/>
          </a:prstGeom>
          <a:noFill/>
          <a:ln/>
        </p:spPr>
        <p:txBody>
          <a:bodyPr wrap="none" lIns="0" tIns="0" rIns="0" bIns="0" rtlCol="0" anchor="t"/>
          <a:lstStyle/>
          <a:p>
            <a:pPr>
              <a:lnSpc>
                <a:spcPts val="4416"/>
              </a:lnSpc>
            </a:pPr>
            <a:r>
              <a:rPr lang="en-US" sz="3542" b="1">
                <a:solidFill>
                  <a:srgbClr val="231971"/>
                </a:solidFill>
                <a:latin typeface="Outfit Extra Bold" pitchFamily="34" charset="0"/>
                <a:ea typeface="Outfit Extra Bold" pitchFamily="34" charset="-122"/>
                <a:cs typeface="Outfit Extra Bold" pitchFamily="34" charset="-120"/>
              </a:rPr>
              <a:t>Rollout Policy and Rollback</a:t>
            </a:r>
            <a:endParaRPr lang="en-US" sz="3542"/>
          </a:p>
        </p:txBody>
      </p:sp>
      <p:sp>
        <p:nvSpPr>
          <p:cNvPr id="3" name="Shape 1"/>
          <p:cNvSpPr/>
          <p:nvPr/>
        </p:nvSpPr>
        <p:spPr>
          <a:xfrm>
            <a:off x="631131" y="1420119"/>
            <a:ext cx="3523059" cy="3179564"/>
          </a:xfrm>
          <a:prstGeom prst="roundRect">
            <a:avLst>
              <a:gd name="adj" fmla="val 2382"/>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817761" y="1606748"/>
            <a:ext cx="2556173" cy="281782"/>
          </a:xfrm>
          <a:prstGeom prst="rect">
            <a:avLst/>
          </a:prstGeom>
          <a:noFill/>
          <a:ln/>
        </p:spPr>
        <p:txBody>
          <a:bodyPr wrap="none" lIns="0" tIns="0" rIns="0" bIns="0" rtlCol="0" anchor="t"/>
          <a:lstStyle/>
          <a:p>
            <a:pPr>
              <a:lnSpc>
                <a:spcPts val="2208"/>
              </a:lnSpc>
            </a:pPr>
            <a:r>
              <a:rPr lang="en-US" sz="1750" b="1">
                <a:solidFill>
                  <a:srgbClr val="2A2742"/>
                </a:solidFill>
                <a:latin typeface="Outfit Extra Bold" pitchFamily="34" charset="0"/>
                <a:ea typeface="Outfit Extra Bold" pitchFamily="34" charset="-122"/>
                <a:cs typeface="Outfit Extra Bold" pitchFamily="34" charset="-120"/>
              </a:rPr>
              <a:t>Blue-Green Deployment</a:t>
            </a:r>
            <a:endParaRPr lang="en-US" sz="1750"/>
          </a:p>
        </p:txBody>
      </p:sp>
      <p:sp>
        <p:nvSpPr>
          <p:cNvPr id="5" name="Text 3"/>
          <p:cNvSpPr/>
          <p:nvPr/>
        </p:nvSpPr>
        <p:spPr>
          <a:xfrm>
            <a:off x="817761" y="1996679"/>
            <a:ext cx="3149798" cy="1442641"/>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Maintain two identical production environments (Blue and Green). Deploy the new version to the inactive environment (Green), test it, then switch traffic.</a:t>
            </a:r>
            <a:endParaRPr lang="en-US" sz="1417"/>
          </a:p>
        </p:txBody>
      </p:sp>
      <p:sp>
        <p:nvSpPr>
          <p:cNvPr id="6" name="Text 4"/>
          <p:cNvSpPr/>
          <p:nvPr/>
        </p:nvSpPr>
        <p:spPr>
          <a:xfrm>
            <a:off x="817761" y="3547468"/>
            <a:ext cx="3149798" cy="865584"/>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Allows instant rollback by switching traffic back to Blue. Requires double the infrastructure resources.</a:t>
            </a:r>
            <a:endParaRPr lang="en-US" sz="1417"/>
          </a:p>
        </p:txBody>
      </p:sp>
      <p:sp>
        <p:nvSpPr>
          <p:cNvPr id="7" name="Shape 5"/>
          <p:cNvSpPr/>
          <p:nvPr/>
        </p:nvSpPr>
        <p:spPr>
          <a:xfrm>
            <a:off x="4334471" y="1420119"/>
            <a:ext cx="3523059" cy="3179564"/>
          </a:xfrm>
          <a:prstGeom prst="roundRect">
            <a:avLst>
              <a:gd name="adj" fmla="val 2382"/>
            </a:avLst>
          </a:prstGeom>
          <a:solidFill>
            <a:srgbClr val="E9E6FA"/>
          </a:solidFill>
          <a:ln w="7620">
            <a:solidFill>
              <a:srgbClr val="BDB8DF"/>
            </a:solidFill>
            <a:prstDash val="solid"/>
          </a:ln>
        </p:spPr>
        <p:txBody>
          <a:bodyPr/>
          <a:lstStyle/>
          <a:p>
            <a:endParaRPr lang="en-CA" sz="1500"/>
          </a:p>
        </p:txBody>
      </p:sp>
      <p:sp>
        <p:nvSpPr>
          <p:cNvPr id="8" name="Text 6"/>
          <p:cNvSpPr/>
          <p:nvPr/>
        </p:nvSpPr>
        <p:spPr>
          <a:xfrm>
            <a:off x="4521101" y="1606748"/>
            <a:ext cx="2254250" cy="281782"/>
          </a:xfrm>
          <a:prstGeom prst="rect">
            <a:avLst/>
          </a:prstGeom>
          <a:noFill/>
          <a:ln/>
        </p:spPr>
        <p:txBody>
          <a:bodyPr wrap="none" lIns="0" tIns="0" rIns="0" bIns="0" rtlCol="0" anchor="t"/>
          <a:lstStyle/>
          <a:p>
            <a:pPr>
              <a:lnSpc>
                <a:spcPts val="2208"/>
              </a:lnSpc>
            </a:pPr>
            <a:r>
              <a:rPr lang="en-US" sz="1750" b="1">
                <a:solidFill>
                  <a:srgbClr val="2A2742"/>
                </a:solidFill>
                <a:latin typeface="Outfit Extra Bold" pitchFamily="34" charset="0"/>
                <a:ea typeface="Outfit Extra Bold" pitchFamily="34" charset="-122"/>
                <a:cs typeface="Outfit Extra Bold" pitchFamily="34" charset="-120"/>
              </a:rPr>
              <a:t>Canary Rollout</a:t>
            </a:r>
            <a:endParaRPr lang="en-US" sz="1750"/>
          </a:p>
        </p:txBody>
      </p:sp>
      <p:sp>
        <p:nvSpPr>
          <p:cNvPr id="9" name="Text 7"/>
          <p:cNvSpPr/>
          <p:nvPr/>
        </p:nvSpPr>
        <p:spPr>
          <a:xfrm>
            <a:off x="4521101" y="1996679"/>
            <a:ext cx="3149798" cy="1154113"/>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Gradually route a small percentage of traffic to the new version. Monitor performance and error rates. Increase traffic progressively if stable.</a:t>
            </a:r>
            <a:endParaRPr lang="en-US" sz="1417"/>
          </a:p>
        </p:txBody>
      </p:sp>
      <p:sp>
        <p:nvSpPr>
          <p:cNvPr id="10" name="Text 8"/>
          <p:cNvSpPr/>
          <p:nvPr/>
        </p:nvSpPr>
        <p:spPr>
          <a:xfrm>
            <a:off x="4521101" y="3258940"/>
            <a:ext cx="3149798" cy="865584"/>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Allows detecting issues with minimal user impact. More complex traffic routing logic required.</a:t>
            </a:r>
            <a:endParaRPr lang="en-US" sz="1417"/>
          </a:p>
        </p:txBody>
      </p:sp>
      <p:sp>
        <p:nvSpPr>
          <p:cNvPr id="11" name="Shape 9"/>
          <p:cNvSpPr/>
          <p:nvPr/>
        </p:nvSpPr>
        <p:spPr>
          <a:xfrm>
            <a:off x="8037811" y="1420119"/>
            <a:ext cx="3523059" cy="3179564"/>
          </a:xfrm>
          <a:prstGeom prst="roundRect">
            <a:avLst>
              <a:gd name="adj" fmla="val 2382"/>
            </a:avLst>
          </a:prstGeom>
          <a:solidFill>
            <a:srgbClr val="E9E6FA"/>
          </a:solidFill>
          <a:ln w="7620">
            <a:solidFill>
              <a:srgbClr val="BDB8DF"/>
            </a:solidFill>
            <a:prstDash val="solid"/>
          </a:ln>
        </p:spPr>
        <p:txBody>
          <a:bodyPr/>
          <a:lstStyle/>
          <a:p>
            <a:endParaRPr lang="en-CA" sz="1500"/>
          </a:p>
        </p:txBody>
      </p:sp>
      <p:sp>
        <p:nvSpPr>
          <p:cNvPr id="12" name="Text 10"/>
          <p:cNvSpPr/>
          <p:nvPr/>
        </p:nvSpPr>
        <p:spPr>
          <a:xfrm>
            <a:off x="8224441" y="1606748"/>
            <a:ext cx="2254250" cy="281782"/>
          </a:xfrm>
          <a:prstGeom prst="rect">
            <a:avLst/>
          </a:prstGeom>
          <a:noFill/>
          <a:ln/>
        </p:spPr>
        <p:txBody>
          <a:bodyPr wrap="none" lIns="0" tIns="0" rIns="0" bIns="0" rtlCol="0" anchor="t"/>
          <a:lstStyle/>
          <a:p>
            <a:pPr>
              <a:lnSpc>
                <a:spcPts val="2208"/>
              </a:lnSpc>
            </a:pPr>
            <a:r>
              <a:rPr lang="en-US" sz="1750" b="1">
                <a:solidFill>
                  <a:srgbClr val="2A2742"/>
                </a:solidFill>
                <a:latin typeface="Outfit Extra Bold" pitchFamily="34" charset="0"/>
                <a:ea typeface="Outfit Extra Bold" pitchFamily="34" charset="-122"/>
                <a:cs typeface="Outfit Extra Bold" pitchFamily="34" charset="-120"/>
              </a:rPr>
              <a:t>Rollback Trigger</a:t>
            </a:r>
            <a:endParaRPr lang="en-US" sz="1750"/>
          </a:p>
        </p:txBody>
      </p:sp>
      <p:sp>
        <p:nvSpPr>
          <p:cNvPr id="13" name="Text 11"/>
          <p:cNvSpPr/>
          <p:nvPr/>
        </p:nvSpPr>
        <p:spPr>
          <a:xfrm>
            <a:off x="8224441" y="1996679"/>
            <a:ext cx="3149798" cy="1731169"/>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Define automated triggers for rollback based on key metrics: increase in error rate, latency spike, drop in benchmark performance (from real-time evaluation or shadow deployment), critical safety/alignment failures.</a:t>
            </a:r>
            <a:endParaRPr lang="en-US" sz="1417"/>
          </a:p>
        </p:txBody>
      </p:sp>
      <p:sp>
        <p:nvSpPr>
          <p:cNvPr id="14" name="Text 12"/>
          <p:cNvSpPr/>
          <p:nvPr/>
        </p:nvSpPr>
        <p:spPr>
          <a:xfrm>
            <a:off x="631131" y="4802485"/>
            <a:ext cx="10929739" cy="288528"/>
          </a:xfrm>
          <a:prstGeom prst="rect">
            <a:avLst/>
          </a:prstGeom>
          <a:noFill/>
          <a:ln/>
        </p:spPr>
        <p:txBody>
          <a:bodyPr wrap="non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Deploying new model versions into production requires a safe rollout strategy.</a:t>
            </a:r>
            <a:endParaRPr lang="en-US" sz="1417"/>
          </a:p>
        </p:txBody>
      </p:sp>
      <p:sp>
        <p:nvSpPr>
          <p:cNvPr id="15" name="Text 13"/>
          <p:cNvSpPr/>
          <p:nvPr/>
        </p:nvSpPr>
        <p:spPr>
          <a:xfrm>
            <a:off x="631131" y="5293817"/>
            <a:ext cx="10929739" cy="577056"/>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Recommendation: Canary rollouts are generally preferred for ML models, as they allow gradual exposure and monitoring of subtle performance changes or unexpected behaviors with real traffic.</a:t>
            </a:r>
            <a:endParaRPr lang="en-US" sz="1417"/>
          </a:p>
        </p:txBody>
      </p:sp>
      <p:sp>
        <p:nvSpPr>
          <p:cNvPr id="16" name="Text 14"/>
          <p:cNvSpPr/>
          <p:nvPr/>
        </p:nvSpPr>
        <p:spPr>
          <a:xfrm>
            <a:off x="631131" y="6073676"/>
            <a:ext cx="10929739" cy="288528"/>
          </a:xfrm>
          <a:prstGeom prst="rect">
            <a:avLst/>
          </a:prstGeom>
          <a:noFill/>
          <a:ln/>
        </p:spPr>
        <p:txBody>
          <a:bodyPr wrap="non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Combine with automated monitoring and clear rollback triggers based on critical KPIs (latency, error rate, core task accuracy).</a:t>
            </a:r>
            <a:endParaRPr lang="en-US" sz="1417"/>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40DD-164B-1541-AA5A-F43FFA7E3369}"/>
              </a:ext>
            </a:extLst>
          </p:cNvPr>
          <p:cNvSpPr>
            <a:spLocks noGrp="1"/>
          </p:cNvSpPr>
          <p:nvPr>
            <p:ph type="title"/>
          </p:nvPr>
        </p:nvSpPr>
        <p:spPr/>
        <p:txBody>
          <a:bodyPr/>
          <a:lstStyle/>
          <a:p>
            <a:r>
              <a:rPr lang="en-US"/>
              <a:t>Summary Value Proposition</a:t>
            </a:r>
          </a:p>
        </p:txBody>
      </p:sp>
      <p:sp>
        <p:nvSpPr>
          <p:cNvPr id="3" name="Content Placeholder 2">
            <a:extLst>
              <a:ext uri="{FF2B5EF4-FFF2-40B4-BE49-F238E27FC236}">
                <a16:creationId xmlns:a16="http://schemas.microsoft.com/office/drawing/2014/main" id="{1BCE456C-FF3C-0609-F5D9-2839A2F5F396}"/>
              </a:ext>
            </a:extLst>
          </p:cNvPr>
          <p:cNvSpPr>
            <a:spLocks noGrp="1"/>
          </p:cNvSpPr>
          <p:nvPr>
            <p:ph idx="1"/>
          </p:nvPr>
        </p:nvSpPr>
        <p:spPr/>
        <p:txBody>
          <a:bodyPr>
            <a:normAutofit fontScale="92500" lnSpcReduction="10000"/>
          </a:bodyPr>
          <a:lstStyle/>
          <a:p>
            <a:pPr>
              <a:buFont typeface="System Font Regular"/>
              <a:buChar char="⍻"/>
            </a:pPr>
            <a:r>
              <a:rPr lang="en-US" sz="2800"/>
              <a:t>Industry Fragmentation yields opportunity with Integrated Approach</a:t>
            </a:r>
          </a:p>
          <a:p>
            <a:pPr>
              <a:buFont typeface="System Font Regular"/>
              <a:buChar char="⍻"/>
            </a:pPr>
            <a:r>
              <a:rPr lang="en-US" sz="2800"/>
              <a:t>Consolidated and normalized threat identification across the entire network infrastructure (Firewall, WAF, SIEM, NIDS, EDR)</a:t>
            </a:r>
          </a:p>
          <a:p>
            <a:pPr>
              <a:buFont typeface="System Font Regular"/>
              <a:buChar char="⍻"/>
            </a:pPr>
            <a:r>
              <a:rPr lang="en-US" sz="2800"/>
              <a:t>Build and train CTI-LLM using state of the art threat intelligence (Flashpoint’s Ignite)</a:t>
            </a:r>
          </a:p>
          <a:p>
            <a:pPr>
              <a:buFont typeface="System Font Regular"/>
              <a:buChar char="⍻"/>
            </a:pPr>
            <a:r>
              <a:rPr lang="en-US" sz="2800"/>
              <a:t>RAG based integration into CTI-LLM for automated contextualized responses</a:t>
            </a:r>
          </a:p>
          <a:p>
            <a:pPr>
              <a:buFont typeface="System Font Regular"/>
              <a:buChar char="⍻"/>
            </a:pPr>
            <a:r>
              <a:rPr lang="en-US" sz="2800"/>
              <a:t>Yield better outcomes both in terms of threat detection and response, a necessary condition for Cyber Defense in the age of AI </a:t>
            </a:r>
          </a:p>
        </p:txBody>
      </p:sp>
    </p:spTree>
    <p:extLst>
      <p:ext uri="{BB962C8B-B14F-4D97-AF65-F5344CB8AC3E}">
        <p14:creationId xmlns:p14="http://schemas.microsoft.com/office/powerpoint/2010/main" val="25700629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a:t>Best in Class, AI Enabled, security solutions for Enterprise application providers.</a:t>
            </a:r>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3"/>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2526049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0</TotalTime>
  <Words>7241</Words>
  <Application>Microsoft Macintosh PowerPoint</Application>
  <PresentationFormat>Widescreen</PresentationFormat>
  <Paragraphs>685</Paragraphs>
  <Slides>59</Slides>
  <Notes>27</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59</vt:i4>
      </vt:variant>
    </vt:vector>
  </HeadingPairs>
  <TitlesOfParts>
    <vt:vector size="77" baseType="lpstr">
      <vt:lpstr>Aptos</vt:lpstr>
      <vt:lpstr>Aptos Narrow</vt:lpstr>
      <vt:lpstr>Arial</vt:lpstr>
      <vt:lpstr>Arimo</vt:lpstr>
      <vt:lpstr>Calibri Light</vt:lpstr>
      <vt:lpstr>Century Gothic</vt:lpstr>
      <vt:lpstr>HelveticaNeue Regular</vt:lpstr>
      <vt:lpstr>Inter</vt:lpstr>
      <vt:lpstr>Lucida Grande</vt:lpstr>
      <vt:lpstr>Open Sans</vt:lpstr>
      <vt:lpstr>Optima</vt:lpstr>
      <vt:lpstr>Outfit Extra Bold</vt:lpstr>
      <vt:lpstr>Segoe UI</vt:lpstr>
      <vt:lpstr>Segoe UI Black</vt:lpstr>
      <vt:lpstr>System Font Regular</vt:lpstr>
      <vt:lpstr>Wingdings</vt:lpstr>
      <vt:lpstr>Wingdings 3</vt:lpstr>
      <vt:lpstr>Ion Boardroom</vt:lpstr>
      <vt:lpstr>Athena Cyber LLM Glaukopis  Foundational Cyber Threat Intelligence Language Model for the next generation SOC: Athena-CTI-LLM-V1.0</vt:lpstr>
      <vt:lpstr>PowerPoint Presentation</vt:lpstr>
      <vt:lpstr>Athena Software Group</vt:lpstr>
      <vt:lpstr>Athena Software Group Inc.</vt:lpstr>
      <vt:lpstr>Cloud Solution Providers</vt:lpstr>
      <vt:lpstr>PowerPoint Presentation</vt:lpstr>
      <vt:lpstr>PowerPoint Presentation</vt:lpstr>
      <vt:lpstr>PowerPoint Presentation</vt:lpstr>
      <vt:lpstr>PowerPoint Presentation</vt:lpstr>
      <vt:lpstr>Athena the Product Suite</vt:lpstr>
      <vt:lpstr>Glaukopis (γλαυκῶπις) the “grey eyed one”</vt:lpstr>
      <vt:lpstr>PowerPoint Presentation</vt:lpstr>
      <vt:lpstr>Product Roadmap &amp; Go to Market Timeline</vt:lpstr>
      <vt:lpstr>Cyber Threat Intel Trained LLMs (CTI-LLM)</vt:lpstr>
      <vt:lpstr>Foundational Use Cases for Cyber Security Language Models </vt:lpstr>
      <vt:lpstr>PowerPoint Presentation</vt:lpstr>
      <vt:lpstr>PowerPoint Presentation</vt:lpstr>
      <vt:lpstr>PowerPoint Presentation</vt:lpstr>
      <vt:lpstr>Cyber Security Language Models</vt:lpstr>
      <vt:lpstr>Evaluating the Performance of Cyber Security LLMs Benchmarks for Cyber Security Language Models</vt:lpstr>
      <vt:lpstr>PowerPoint Presentation</vt:lpstr>
      <vt:lpstr>PowerPoint Presentation</vt:lpstr>
      <vt:lpstr>Example: CyBERT (2021) Contextualized Embeddings for the Cybersecurity Domain</vt:lpstr>
      <vt:lpstr>LLM Training Optimization Techniques</vt:lpstr>
      <vt:lpstr>Pretraining vs Finetuning</vt:lpstr>
      <vt:lpstr>PEFT: Parameter Efficient Fine Tuning</vt:lpstr>
      <vt:lpstr>PowerPoint Presentation</vt:lpstr>
      <vt:lpstr>LoRA and QLoRA for Coefficient Selection</vt:lpstr>
      <vt:lpstr>Instruction Tuning Finetuned Language Net (FLAN)</vt:lpstr>
      <vt:lpstr>Prompt Tuning</vt:lpstr>
      <vt:lpstr>Tuning Approaches</vt:lpstr>
      <vt:lpstr>Different Training Strategies</vt:lpstr>
      <vt:lpstr>Adapting LLMs for Cyber Security</vt:lpstr>
      <vt:lpstr>PowerPoint Presentation</vt:lpstr>
      <vt:lpstr>PowerPoint Presentation</vt:lpstr>
      <vt:lpstr>Threat Intelligence Data Integration</vt:lpstr>
      <vt:lpstr>Cyber Security Use Cases leveraging Flashpoint Ignite</vt:lpstr>
      <vt:lpstr>PowerPoint Presentation</vt:lpstr>
      <vt:lpstr>Finetuning And Integration Strategy</vt:lpstr>
      <vt:lpstr>LLM Model&amp; Context Integration &amp; Compute Requirements</vt:lpstr>
      <vt:lpstr>PowerPoint Presentation</vt:lpstr>
      <vt:lpstr>PowerPoint Presentation</vt:lpstr>
      <vt:lpstr>LLM Product Lifecycle</vt:lpstr>
      <vt:lpstr>PowerPoint Presentation</vt:lpstr>
      <vt:lpstr>PowerPoint Presentation</vt:lpstr>
      <vt:lpstr>PowerPoint Presentation</vt:lpstr>
      <vt:lpstr>PowerPoint Presentation</vt:lpstr>
      <vt:lpstr>PowerPoint Presentation</vt:lpstr>
      <vt:lpstr>PowerPoint Presentation</vt:lpstr>
      <vt:lpstr>Project Lifecycle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Value Proposition</vt:lpstr>
      <vt:lpstr>Athena Software Group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1</cp:revision>
  <dcterms:created xsi:type="dcterms:W3CDTF">2025-02-21T13:12:15Z</dcterms:created>
  <dcterms:modified xsi:type="dcterms:W3CDTF">2025-04-29T17:19:34Z</dcterms:modified>
</cp:coreProperties>
</file>